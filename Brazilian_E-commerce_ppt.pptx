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  <p:sldId id="263" r:id="rId7"/>
    <p:sldId id="264" r:id="rId8"/>
    <p:sldId id="266" r:id="rId9"/>
    <p:sldId id="267" r:id="rId10"/>
    <p:sldId id="268" r:id="rId11"/>
    <p:sldId id="269" r:id="rId12"/>
    <p:sldId id="270" r:id="rId13"/>
    <p:sldId id="265" r:id="rId14"/>
    <p:sldId id="271" r:id="rId15"/>
    <p:sldId id="272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EHA TOPPO" userId="1caedc308d5cde1a" providerId="LiveId" clId="{09CE679F-4E7B-4894-B70B-321CFBEEB528}"/>
    <pc:docChg chg="undo custSel addSld delSld modSld sldOrd modMainMaster">
      <pc:chgData name="NEHA TOPPO" userId="1caedc308d5cde1a" providerId="LiveId" clId="{09CE679F-4E7B-4894-B70B-321CFBEEB528}" dt="2026-05-12T08:50:19.321" v="1859" actId="14861"/>
      <pc:docMkLst>
        <pc:docMk/>
      </pc:docMkLst>
      <pc:sldChg chg="addSp delSp modSp mod setBg">
        <pc:chgData name="NEHA TOPPO" userId="1caedc308d5cde1a" providerId="LiveId" clId="{09CE679F-4E7B-4894-B70B-321CFBEEB528}" dt="2026-05-12T07:55:19.271" v="1858" actId="14861"/>
        <pc:sldMkLst>
          <pc:docMk/>
          <pc:sldMk cId="1264325903" sldId="256"/>
        </pc:sldMkLst>
        <pc:spChg chg="del">
          <ac:chgData name="NEHA TOPPO" userId="1caedc308d5cde1a" providerId="LiveId" clId="{09CE679F-4E7B-4894-B70B-321CFBEEB528}" dt="2026-05-12T07:41:54.026" v="1798" actId="478"/>
          <ac:spMkLst>
            <pc:docMk/>
            <pc:sldMk cId="1264325903" sldId="256"/>
            <ac:spMk id="2" creationId="{6063F7BD-A337-6E15-9BF6-FB5622232835}"/>
          </ac:spMkLst>
        </pc:spChg>
        <pc:spChg chg="mod">
          <ac:chgData name="NEHA TOPPO" userId="1caedc308d5cde1a" providerId="LiveId" clId="{09CE679F-4E7B-4894-B70B-321CFBEEB528}" dt="2026-05-12T07:55:04.049" v="1857" actId="14861"/>
          <ac:spMkLst>
            <pc:docMk/>
            <pc:sldMk cId="1264325903" sldId="256"/>
            <ac:spMk id="3" creationId="{81027461-C6FC-22E3-B108-8BED3F629C3B}"/>
          </ac:spMkLst>
        </pc:spChg>
        <pc:spChg chg="add mod">
          <ac:chgData name="NEHA TOPPO" userId="1caedc308d5cde1a" providerId="LiveId" clId="{09CE679F-4E7B-4894-B70B-321CFBEEB528}" dt="2026-05-12T07:54:53.668" v="1856" actId="14861"/>
          <ac:spMkLst>
            <pc:docMk/>
            <pc:sldMk cId="1264325903" sldId="256"/>
            <ac:spMk id="4" creationId="{5A87F8B8-285A-183F-8E46-DC11F32C95C6}"/>
          </ac:spMkLst>
        </pc:spChg>
        <pc:spChg chg="add mod">
          <ac:chgData name="NEHA TOPPO" userId="1caedc308d5cde1a" providerId="LiveId" clId="{09CE679F-4E7B-4894-B70B-321CFBEEB528}" dt="2026-05-12T07:55:19.271" v="1858" actId="14861"/>
          <ac:spMkLst>
            <pc:docMk/>
            <pc:sldMk cId="1264325903" sldId="256"/>
            <ac:spMk id="5" creationId="{C417B1F3-49CE-5140-22A0-E2BDE20FB5B5}"/>
          </ac:spMkLst>
        </pc:spChg>
        <pc:spChg chg="add del mod">
          <ac:chgData name="NEHA TOPPO" userId="1caedc308d5cde1a" providerId="LiveId" clId="{09CE679F-4E7B-4894-B70B-321CFBEEB528}" dt="2026-05-12T07:42:16.681" v="1800" actId="478"/>
          <ac:spMkLst>
            <pc:docMk/>
            <pc:sldMk cId="1264325903" sldId="256"/>
            <ac:spMk id="7" creationId="{8EE501DA-973A-366C-6CD4-3C674DC5A797}"/>
          </ac:spMkLst>
        </pc:spChg>
      </pc:sldChg>
      <pc:sldChg chg="addSp delSp modSp mod setBg">
        <pc:chgData name="NEHA TOPPO" userId="1caedc308d5cde1a" providerId="LiveId" clId="{09CE679F-4E7B-4894-B70B-321CFBEEB528}" dt="2026-05-12T07:39:49.983" v="1782"/>
        <pc:sldMkLst>
          <pc:docMk/>
          <pc:sldMk cId="705100009" sldId="257"/>
        </pc:sldMkLst>
        <pc:spChg chg="mod">
          <ac:chgData name="NEHA TOPPO" userId="1caedc308d5cde1a" providerId="LiveId" clId="{09CE679F-4E7B-4894-B70B-321CFBEEB528}" dt="2026-05-12T06:34:33.723" v="1379" actId="1076"/>
          <ac:spMkLst>
            <pc:docMk/>
            <pc:sldMk cId="705100009" sldId="257"/>
            <ac:spMk id="2" creationId="{CB33B68F-56FE-B3FE-D95C-6F6B1ABB15A4}"/>
          </ac:spMkLst>
        </pc:spChg>
        <pc:spChg chg="add del mod">
          <ac:chgData name="NEHA TOPPO" userId="1caedc308d5cde1a" providerId="LiveId" clId="{09CE679F-4E7B-4894-B70B-321CFBEEB528}" dt="2026-05-12T07:13:46.638" v="1514" actId="478"/>
          <ac:spMkLst>
            <pc:docMk/>
            <pc:sldMk cId="705100009" sldId="257"/>
            <ac:spMk id="13" creationId="{8F3F7BE9-5DC2-63F2-EFBF-DB04B1E6F990}"/>
          </ac:spMkLst>
        </pc:spChg>
        <pc:spChg chg="add del mod">
          <ac:chgData name="NEHA TOPPO" userId="1caedc308d5cde1a" providerId="LiveId" clId="{09CE679F-4E7B-4894-B70B-321CFBEEB528}" dt="2026-05-12T07:01:11.967" v="1457" actId="478"/>
          <ac:spMkLst>
            <pc:docMk/>
            <pc:sldMk cId="705100009" sldId="257"/>
            <ac:spMk id="14" creationId="{9E94F5B9-BF82-FEA2-A1C2-EE176C9EBE84}"/>
          </ac:spMkLst>
        </pc:spChg>
        <pc:spChg chg="add del">
          <ac:chgData name="NEHA TOPPO" userId="1caedc308d5cde1a" providerId="LiveId" clId="{09CE679F-4E7B-4894-B70B-321CFBEEB528}" dt="2026-05-12T07:10:58.199" v="1492" actId="478"/>
          <ac:spMkLst>
            <pc:docMk/>
            <pc:sldMk cId="705100009" sldId="257"/>
            <ac:spMk id="17" creationId="{7ADFC7D5-F708-62F7-67C9-DC25198AFD8B}"/>
          </ac:spMkLst>
        </pc:spChg>
        <pc:spChg chg="add del mod">
          <ac:chgData name="NEHA TOPPO" userId="1caedc308d5cde1a" providerId="LiveId" clId="{09CE679F-4E7B-4894-B70B-321CFBEEB528}" dt="2026-05-12T07:13:44.751" v="1513" actId="478"/>
          <ac:spMkLst>
            <pc:docMk/>
            <pc:sldMk cId="705100009" sldId="257"/>
            <ac:spMk id="26" creationId="{5AA6478C-1105-F2E2-7D41-5377DE8E27A9}"/>
          </ac:spMkLst>
        </pc:spChg>
        <pc:spChg chg="add mod">
          <ac:chgData name="NEHA TOPPO" userId="1caedc308d5cde1a" providerId="LiveId" clId="{09CE679F-4E7B-4894-B70B-321CFBEEB528}" dt="2026-05-12T07:34:47.631" v="1706" actId="1076"/>
          <ac:spMkLst>
            <pc:docMk/>
            <pc:sldMk cId="705100009" sldId="257"/>
            <ac:spMk id="28" creationId="{9AB7A6E6-C47C-4DBF-EB8A-C6C52267DF85}"/>
          </ac:spMkLst>
        </pc:spChg>
        <pc:spChg chg="add del mod">
          <ac:chgData name="NEHA TOPPO" userId="1caedc308d5cde1a" providerId="LiveId" clId="{09CE679F-4E7B-4894-B70B-321CFBEEB528}" dt="2026-05-12T07:37:32.226" v="1764" actId="478"/>
          <ac:spMkLst>
            <pc:docMk/>
            <pc:sldMk cId="705100009" sldId="257"/>
            <ac:spMk id="29" creationId="{81636EEE-CEFE-BACB-E8F5-F035DB2F21E4}"/>
          </ac:spMkLst>
        </pc:spChg>
        <pc:spChg chg="add del mod">
          <ac:chgData name="NEHA TOPPO" userId="1caedc308d5cde1a" providerId="LiveId" clId="{09CE679F-4E7B-4894-B70B-321CFBEEB528}" dt="2026-05-12T07:21:24.521" v="1569" actId="478"/>
          <ac:spMkLst>
            <pc:docMk/>
            <pc:sldMk cId="705100009" sldId="257"/>
            <ac:spMk id="30" creationId="{CBA473D3-43E3-053F-57BD-58EA26416028}"/>
          </ac:spMkLst>
        </pc:spChg>
        <pc:spChg chg="add mod">
          <ac:chgData name="NEHA TOPPO" userId="1caedc308d5cde1a" providerId="LiveId" clId="{09CE679F-4E7B-4894-B70B-321CFBEEB528}" dt="2026-05-12T07:21:36.799" v="1571"/>
          <ac:spMkLst>
            <pc:docMk/>
            <pc:sldMk cId="705100009" sldId="257"/>
            <ac:spMk id="31" creationId="{E76890C3-8BE6-08FE-0875-7F234FF5B9D1}"/>
          </ac:spMkLst>
        </pc:spChg>
        <pc:spChg chg="add mod">
          <ac:chgData name="NEHA TOPPO" userId="1caedc308d5cde1a" providerId="LiveId" clId="{09CE679F-4E7B-4894-B70B-321CFBEEB528}" dt="2026-05-12T07:35:20.208" v="1711" actId="1076"/>
          <ac:spMkLst>
            <pc:docMk/>
            <pc:sldMk cId="705100009" sldId="257"/>
            <ac:spMk id="32" creationId="{8AE2277C-FE2A-B84A-BE9F-C07603A1710A}"/>
          </ac:spMkLst>
        </pc:spChg>
        <pc:spChg chg="add mod">
          <ac:chgData name="NEHA TOPPO" userId="1caedc308d5cde1a" providerId="LiveId" clId="{09CE679F-4E7B-4894-B70B-321CFBEEB528}" dt="2026-05-12T07:22:01.474" v="1577"/>
          <ac:spMkLst>
            <pc:docMk/>
            <pc:sldMk cId="705100009" sldId="257"/>
            <ac:spMk id="33" creationId="{D6FAED4F-A33C-8FC0-0F46-C806EF498EA1}"/>
          </ac:spMkLst>
        </pc:spChg>
        <pc:spChg chg="add del mod">
          <ac:chgData name="NEHA TOPPO" userId="1caedc308d5cde1a" providerId="LiveId" clId="{09CE679F-4E7B-4894-B70B-321CFBEEB528}" dt="2026-05-12T07:38:39.103" v="1776" actId="478"/>
          <ac:spMkLst>
            <pc:docMk/>
            <pc:sldMk cId="705100009" sldId="257"/>
            <ac:spMk id="34" creationId="{9FF43F1A-6BC9-28FC-5783-5E98CC0A9B76}"/>
          </ac:spMkLst>
        </pc:spChg>
        <pc:spChg chg="add del mod">
          <ac:chgData name="NEHA TOPPO" userId="1caedc308d5cde1a" providerId="LiveId" clId="{09CE679F-4E7B-4894-B70B-321CFBEEB528}" dt="2026-05-12T07:37:14.065" v="1760" actId="478"/>
          <ac:spMkLst>
            <pc:docMk/>
            <pc:sldMk cId="705100009" sldId="257"/>
            <ac:spMk id="35" creationId="{8CEF5DCF-31A6-1CF9-95A4-4B2F77366ADC}"/>
          </ac:spMkLst>
        </pc:spChg>
        <pc:spChg chg="add del mod">
          <ac:chgData name="NEHA TOPPO" userId="1caedc308d5cde1a" providerId="LiveId" clId="{09CE679F-4E7B-4894-B70B-321CFBEEB528}" dt="2026-05-12T07:38:35.382" v="1775" actId="478"/>
          <ac:spMkLst>
            <pc:docMk/>
            <pc:sldMk cId="705100009" sldId="257"/>
            <ac:spMk id="36" creationId="{B7454B17-D456-B1F0-6F48-35E9F1D21821}"/>
          </ac:spMkLst>
        </pc:spChg>
        <pc:spChg chg="add mod">
          <ac:chgData name="NEHA TOPPO" userId="1caedc308d5cde1a" providerId="LiveId" clId="{09CE679F-4E7B-4894-B70B-321CFBEEB528}" dt="2026-05-12T07:37:03.492" v="1758" actId="1076"/>
          <ac:spMkLst>
            <pc:docMk/>
            <pc:sldMk cId="705100009" sldId="257"/>
            <ac:spMk id="39" creationId="{E9BFF597-807C-A64A-5965-DC8D428A8FC7}"/>
          </ac:spMkLst>
        </pc:spChg>
        <pc:spChg chg="add mod">
          <ac:chgData name="NEHA TOPPO" userId="1caedc308d5cde1a" providerId="LiveId" clId="{09CE679F-4E7B-4894-B70B-321CFBEEB528}" dt="2026-05-12T07:37:20.427" v="1762" actId="1076"/>
          <ac:spMkLst>
            <pc:docMk/>
            <pc:sldMk cId="705100009" sldId="257"/>
            <ac:spMk id="40" creationId="{F13E1BD1-B192-CABD-0233-48E2D4EC002C}"/>
          </ac:spMkLst>
        </pc:spChg>
        <pc:spChg chg="add mod">
          <ac:chgData name="NEHA TOPPO" userId="1caedc308d5cde1a" providerId="LiveId" clId="{09CE679F-4E7B-4894-B70B-321CFBEEB528}" dt="2026-05-12T07:38:03.586" v="1769" actId="1076"/>
          <ac:spMkLst>
            <pc:docMk/>
            <pc:sldMk cId="705100009" sldId="257"/>
            <ac:spMk id="41" creationId="{F3F64B5F-8987-C210-36A6-716634E26DAE}"/>
          </ac:spMkLst>
        </pc:spChg>
        <pc:spChg chg="add mod">
          <ac:chgData name="NEHA TOPPO" userId="1caedc308d5cde1a" providerId="LiveId" clId="{09CE679F-4E7B-4894-B70B-321CFBEEB528}" dt="2026-05-12T07:38:27.554" v="1772" actId="1076"/>
          <ac:spMkLst>
            <pc:docMk/>
            <pc:sldMk cId="705100009" sldId="257"/>
            <ac:spMk id="42" creationId="{2711A311-3360-BE64-96AF-771C50DE6362}"/>
          </ac:spMkLst>
        </pc:spChg>
        <pc:graphicFrameChg chg="add del mod modGraphic">
          <ac:chgData name="NEHA TOPPO" userId="1caedc308d5cde1a" providerId="LiveId" clId="{09CE679F-4E7B-4894-B70B-321CFBEEB528}" dt="2026-05-12T06:16:40.826" v="996" actId="478"/>
          <ac:graphicFrameMkLst>
            <pc:docMk/>
            <pc:sldMk cId="705100009" sldId="257"/>
            <ac:graphicFrameMk id="3" creationId="{78E3D55A-4176-FB22-24C6-FEDDEE23BFE4}"/>
          </ac:graphicFrameMkLst>
        </pc:graphicFrameChg>
        <pc:graphicFrameChg chg="add del mod">
          <ac:chgData name="NEHA TOPPO" userId="1caedc308d5cde1a" providerId="LiveId" clId="{09CE679F-4E7B-4894-B70B-321CFBEEB528}" dt="2026-05-12T06:17:00.763" v="1000" actId="478"/>
          <ac:graphicFrameMkLst>
            <pc:docMk/>
            <pc:sldMk cId="705100009" sldId="257"/>
            <ac:graphicFrameMk id="4" creationId="{71802164-EF07-126F-F945-649C2B816FCB}"/>
          </ac:graphicFrameMkLst>
        </pc:graphicFrameChg>
        <pc:graphicFrameChg chg="add del mod modGraphic">
          <ac:chgData name="NEHA TOPPO" userId="1caedc308d5cde1a" providerId="LiveId" clId="{09CE679F-4E7B-4894-B70B-321CFBEEB528}" dt="2026-05-12T06:18:52.895" v="1012" actId="1032"/>
          <ac:graphicFrameMkLst>
            <pc:docMk/>
            <pc:sldMk cId="705100009" sldId="257"/>
            <ac:graphicFrameMk id="7" creationId="{98BAFDAC-F1EC-8F2A-E05E-891C76A4006D}"/>
          </ac:graphicFrameMkLst>
        </pc:graphicFrameChg>
        <pc:graphicFrameChg chg="add del mod modGraphic">
          <ac:chgData name="NEHA TOPPO" userId="1caedc308d5cde1a" providerId="LiveId" clId="{09CE679F-4E7B-4894-B70B-321CFBEEB528}" dt="2026-05-12T06:21:33.999" v="1040" actId="478"/>
          <ac:graphicFrameMkLst>
            <pc:docMk/>
            <pc:sldMk cId="705100009" sldId="257"/>
            <ac:graphicFrameMk id="8" creationId="{5E17FF60-0A2E-1B20-9477-FADAE5F82F29}"/>
          </ac:graphicFrameMkLst>
        </pc:graphicFrameChg>
        <pc:graphicFrameChg chg="add del mod modGraphic">
          <ac:chgData name="NEHA TOPPO" userId="1caedc308d5cde1a" providerId="LiveId" clId="{09CE679F-4E7B-4894-B70B-321CFBEEB528}" dt="2026-05-12T06:34:23.220" v="1376" actId="478"/>
          <ac:graphicFrameMkLst>
            <pc:docMk/>
            <pc:sldMk cId="705100009" sldId="257"/>
            <ac:graphicFrameMk id="9" creationId="{52768576-426E-E7C6-67AC-07FE11F08A49}"/>
          </ac:graphicFrameMkLst>
        </pc:graphicFrameChg>
        <pc:graphicFrameChg chg="add mod modGraphic">
          <ac:chgData name="NEHA TOPPO" userId="1caedc308d5cde1a" providerId="LiveId" clId="{09CE679F-4E7B-4894-B70B-321CFBEEB528}" dt="2026-05-12T07:34:36.933" v="1705" actId="20577"/>
          <ac:graphicFrameMkLst>
            <pc:docMk/>
            <pc:sldMk cId="705100009" sldId="257"/>
            <ac:graphicFrameMk id="10" creationId="{7BEBB49D-CA55-9805-AFCD-01574175C47C}"/>
          </ac:graphicFrameMkLst>
        </pc:graphicFrameChg>
        <pc:graphicFrameChg chg="add del modGraphic">
          <ac:chgData name="NEHA TOPPO" userId="1caedc308d5cde1a" providerId="LiveId" clId="{09CE679F-4E7B-4894-B70B-321CFBEEB528}" dt="2026-05-12T06:45:50.927" v="1424" actId="1032"/>
          <ac:graphicFrameMkLst>
            <pc:docMk/>
            <pc:sldMk cId="705100009" sldId="257"/>
            <ac:graphicFrameMk id="11" creationId="{8589B155-FDF2-0DAD-E33A-5121BAC7400A}"/>
          </ac:graphicFrameMkLst>
        </pc:graphicFrameChg>
        <pc:graphicFrameChg chg="add del mod modGraphic">
          <ac:chgData name="NEHA TOPPO" userId="1caedc308d5cde1a" providerId="LiveId" clId="{09CE679F-4E7B-4894-B70B-321CFBEEB528}" dt="2026-05-12T06:56:25.664" v="1445" actId="478"/>
          <ac:graphicFrameMkLst>
            <pc:docMk/>
            <pc:sldMk cId="705100009" sldId="257"/>
            <ac:graphicFrameMk id="12" creationId="{88CBC4BD-07DE-C57F-E5BB-FCA72776BD6B}"/>
          </ac:graphicFrameMkLst>
        </pc:graphicFrameChg>
        <pc:graphicFrameChg chg="add mod">
          <ac:chgData name="NEHA TOPPO" userId="1caedc308d5cde1a" providerId="LiveId" clId="{09CE679F-4E7B-4894-B70B-321CFBEEB528}" dt="2026-05-12T07:17:49.233" v="1547"/>
          <ac:graphicFrameMkLst>
            <pc:docMk/>
            <pc:sldMk cId="705100009" sldId="257"/>
            <ac:graphicFrameMk id="27" creationId="{2049058C-6649-F242-C444-3440FAFC91F5}"/>
          </ac:graphicFrameMkLst>
        </pc:graphicFrameChg>
        <pc:graphicFrameChg chg="add del modGraphic">
          <ac:chgData name="NEHA TOPPO" userId="1caedc308d5cde1a" providerId="LiveId" clId="{09CE679F-4E7B-4894-B70B-321CFBEEB528}" dt="2026-05-12T07:26:01.183" v="1634" actId="1032"/>
          <ac:graphicFrameMkLst>
            <pc:docMk/>
            <pc:sldMk cId="705100009" sldId="257"/>
            <ac:graphicFrameMk id="37" creationId="{BAC1FD76-F0C2-2036-DB23-582D63BBA302}"/>
          </ac:graphicFrameMkLst>
        </pc:graphicFrameChg>
        <pc:graphicFrameChg chg="add del mod modGraphic">
          <ac:chgData name="NEHA TOPPO" userId="1caedc308d5cde1a" providerId="LiveId" clId="{09CE679F-4E7B-4894-B70B-321CFBEEB528}" dt="2026-05-12T07:36:06.784" v="1748" actId="478"/>
          <ac:graphicFrameMkLst>
            <pc:docMk/>
            <pc:sldMk cId="705100009" sldId="257"/>
            <ac:graphicFrameMk id="38" creationId="{4261B97C-2E51-9BE5-DEC5-9D982C56B733}"/>
          </ac:graphicFrameMkLst>
        </pc:graphicFrameChg>
        <pc:picChg chg="add mod">
          <ac:chgData name="NEHA TOPPO" userId="1caedc308d5cde1a" providerId="LiveId" clId="{09CE679F-4E7B-4894-B70B-321CFBEEB528}" dt="2026-05-12T06:16:33.131" v="995" actId="14100"/>
          <ac:picMkLst>
            <pc:docMk/>
            <pc:sldMk cId="705100009" sldId="257"/>
            <ac:picMk id="6" creationId="{12A06425-EE38-F40C-6E8E-E6A63D1D5D9F}"/>
          </ac:picMkLst>
        </pc:picChg>
        <pc:picChg chg="add del mod">
          <ac:chgData name="NEHA TOPPO" userId="1caedc308d5cde1a" providerId="LiveId" clId="{09CE679F-4E7B-4894-B70B-321CFBEEB528}" dt="2026-05-12T07:10:53.214" v="1491" actId="478"/>
          <ac:picMkLst>
            <pc:docMk/>
            <pc:sldMk cId="705100009" sldId="257"/>
            <ac:picMk id="16" creationId="{CD51F18E-006B-8B3C-ADC6-62F73B388813}"/>
          </ac:picMkLst>
        </pc:picChg>
        <pc:picChg chg="add mod">
          <ac:chgData name="NEHA TOPPO" userId="1caedc308d5cde1a" providerId="LiveId" clId="{09CE679F-4E7B-4894-B70B-321CFBEEB528}" dt="2026-05-12T07:08:14.407" v="1482"/>
          <ac:picMkLst>
            <pc:docMk/>
            <pc:sldMk cId="705100009" sldId="257"/>
            <ac:picMk id="19" creationId="{E32D4CDE-D916-229E-584A-042DD2F78F4C}"/>
          </ac:picMkLst>
        </pc:picChg>
        <pc:picChg chg="add mod">
          <ac:chgData name="NEHA TOPPO" userId="1caedc308d5cde1a" providerId="LiveId" clId="{09CE679F-4E7B-4894-B70B-321CFBEEB528}" dt="2026-05-12T07:10:42.089" v="1490"/>
          <ac:picMkLst>
            <pc:docMk/>
            <pc:sldMk cId="705100009" sldId="257"/>
            <ac:picMk id="21" creationId="{77B10C79-279B-F9D1-6B22-9504D9AC0824}"/>
          </ac:picMkLst>
        </pc:picChg>
        <pc:picChg chg="add mod">
          <ac:chgData name="NEHA TOPPO" userId="1caedc308d5cde1a" providerId="LiveId" clId="{09CE679F-4E7B-4894-B70B-321CFBEEB528}" dt="2026-05-12T07:32:09.049" v="1665" actId="14100"/>
          <ac:picMkLst>
            <pc:docMk/>
            <pc:sldMk cId="705100009" sldId="257"/>
            <ac:picMk id="23" creationId="{32E4EE4D-A1BD-33D3-AB6D-DA5FBC0BA202}"/>
          </ac:picMkLst>
        </pc:picChg>
        <pc:picChg chg="add mod modCrop">
          <ac:chgData name="NEHA TOPPO" userId="1caedc308d5cde1a" providerId="LiveId" clId="{09CE679F-4E7B-4894-B70B-321CFBEEB528}" dt="2026-05-12T07:32:26.931" v="1668" actId="1076"/>
          <ac:picMkLst>
            <pc:docMk/>
            <pc:sldMk cId="705100009" sldId="257"/>
            <ac:picMk id="25" creationId="{7DB1C2A3-8727-979A-0C45-76B96F0389F7}"/>
          </ac:picMkLst>
        </pc:picChg>
      </pc:sldChg>
      <pc:sldChg chg="modSp mod">
        <pc:chgData name="NEHA TOPPO" userId="1caedc308d5cde1a" providerId="LiveId" clId="{09CE679F-4E7B-4894-B70B-321CFBEEB528}" dt="2026-05-12T07:44:41.871" v="1830" actId="20577"/>
        <pc:sldMkLst>
          <pc:docMk/>
          <pc:sldMk cId="3848398343" sldId="263"/>
        </pc:sldMkLst>
        <pc:spChg chg="mod">
          <ac:chgData name="NEHA TOPPO" userId="1caedc308d5cde1a" providerId="LiveId" clId="{09CE679F-4E7B-4894-B70B-321CFBEEB528}" dt="2026-05-12T07:44:41.871" v="1830" actId="20577"/>
          <ac:spMkLst>
            <pc:docMk/>
            <pc:sldMk cId="3848398343" sldId="263"/>
            <ac:spMk id="3" creationId="{962562A2-4B55-D784-F125-5B2C1CAF7940}"/>
          </ac:spMkLst>
        </pc:spChg>
      </pc:sldChg>
      <pc:sldChg chg="addSp delSp modSp mod">
        <pc:chgData name="NEHA TOPPO" userId="1caedc308d5cde1a" providerId="LiveId" clId="{09CE679F-4E7B-4894-B70B-321CFBEEB528}" dt="2026-05-11T16:01:19.668" v="678" actId="1076"/>
        <pc:sldMkLst>
          <pc:docMk/>
          <pc:sldMk cId="2348297994" sldId="264"/>
        </pc:sldMkLst>
        <pc:spChg chg="mod">
          <ac:chgData name="NEHA TOPPO" userId="1caedc308d5cde1a" providerId="LiveId" clId="{09CE679F-4E7B-4894-B70B-321CFBEEB528}" dt="2026-05-11T15:25:17.083" v="155" actId="108"/>
          <ac:spMkLst>
            <pc:docMk/>
            <pc:sldMk cId="2348297994" sldId="264"/>
            <ac:spMk id="2" creationId="{8CB58AB0-1520-3C07-932A-709F1D6163A3}"/>
          </ac:spMkLst>
        </pc:spChg>
        <pc:spChg chg="add del mod">
          <ac:chgData name="NEHA TOPPO" userId="1caedc308d5cde1a" providerId="LiveId" clId="{09CE679F-4E7B-4894-B70B-321CFBEEB528}" dt="2026-05-11T15:10:03.932" v="8" actId="21"/>
          <ac:spMkLst>
            <pc:docMk/>
            <pc:sldMk cId="2348297994" sldId="264"/>
            <ac:spMk id="4" creationId="{D7DBA5C9-5476-92FE-3852-F3AE96D3F6B7}"/>
          </ac:spMkLst>
        </pc:spChg>
        <pc:spChg chg="add del mod">
          <ac:chgData name="NEHA TOPPO" userId="1caedc308d5cde1a" providerId="LiveId" clId="{09CE679F-4E7B-4894-B70B-321CFBEEB528}" dt="2026-05-11T15:10:20.175" v="11"/>
          <ac:spMkLst>
            <pc:docMk/>
            <pc:sldMk cId="2348297994" sldId="264"/>
            <ac:spMk id="5" creationId="{07E853C8-F47D-AED3-874F-D3968151254C}"/>
          </ac:spMkLst>
        </pc:spChg>
        <pc:spChg chg="add mod">
          <ac:chgData name="NEHA TOPPO" userId="1caedc308d5cde1a" providerId="LiveId" clId="{09CE679F-4E7B-4894-B70B-321CFBEEB528}" dt="2026-05-11T15:30:01.911" v="272" actId="1076"/>
          <ac:spMkLst>
            <pc:docMk/>
            <pc:sldMk cId="2348297994" sldId="264"/>
            <ac:spMk id="6" creationId="{FA802518-4425-9CBD-3BAC-58E7836B62A1}"/>
          </ac:spMkLst>
        </pc:spChg>
        <pc:spChg chg="add mod">
          <ac:chgData name="NEHA TOPPO" userId="1caedc308d5cde1a" providerId="LiveId" clId="{09CE679F-4E7B-4894-B70B-321CFBEEB528}" dt="2026-05-11T15:29:51.766" v="271" actId="1076"/>
          <ac:spMkLst>
            <pc:docMk/>
            <pc:sldMk cId="2348297994" sldId="264"/>
            <ac:spMk id="7" creationId="{4704FBE1-CACD-E0BC-B3E5-4B1240BE5188}"/>
          </ac:spMkLst>
        </pc:spChg>
        <pc:spChg chg="add mod">
          <ac:chgData name="NEHA TOPPO" userId="1caedc308d5cde1a" providerId="LiveId" clId="{09CE679F-4E7B-4894-B70B-321CFBEEB528}" dt="2026-05-11T16:01:19.668" v="678" actId="1076"/>
          <ac:spMkLst>
            <pc:docMk/>
            <pc:sldMk cId="2348297994" sldId="264"/>
            <ac:spMk id="8" creationId="{C768BAE2-147A-CE3E-CB97-8AF8819CBD95}"/>
          </ac:spMkLst>
        </pc:spChg>
        <pc:spChg chg="add mod">
          <ac:chgData name="NEHA TOPPO" userId="1caedc308d5cde1a" providerId="LiveId" clId="{09CE679F-4E7B-4894-B70B-321CFBEEB528}" dt="2026-05-11T16:01:11.460" v="677" actId="1076"/>
          <ac:spMkLst>
            <pc:docMk/>
            <pc:sldMk cId="2348297994" sldId="264"/>
            <ac:spMk id="9" creationId="{DD07156B-4E57-51D8-5ACD-B07A6C1EEBFF}"/>
          </ac:spMkLst>
        </pc:spChg>
        <pc:spChg chg="add del mod">
          <ac:chgData name="NEHA TOPPO" userId="1caedc308d5cde1a" providerId="LiveId" clId="{09CE679F-4E7B-4894-B70B-321CFBEEB528}" dt="2026-05-11T15:25:28.984" v="175" actId="478"/>
          <ac:spMkLst>
            <pc:docMk/>
            <pc:sldMk cId="2348297994" sldId="264"/>
            <ac:spMk id="10" creationId="{807BD276-0275-2790-C99F-F187DE5CDA6A}"/>
          </ac:spMkLst>
        </pc:spChg>
        <pc:spChg chg="add mod">
          <ac:chgData name="NEHA TOPPO" userId="1caedc308d5cde1a" providerId="LiveId" clId="{09CE679F-4E7B-4894-B70B-321CFBEEB528}" dt="2026-05-11T15:25:22.725" v="173"/>
          <ac:spMkLst>
            <pc:docMk/>
            <pc:sldMk cId="2348297994" sldId="264"/>
            <ac:spMk id="11" creationId="{95FAF4AD-941E-ECAB-9A1F-0A535956D8E5}"/>
          </ac:spMkLst>
        </pc:spChg>
        <pc:spChg chg="add mod">
          <ac:chgData name="NEHA TOPPO" userId="1caedc308d5cde1a" providerId="LiveId" clId="{09CE679F-4E7B-4894-B70B-321CFBEEB528}" dt="2026-05-11T15:25:22.466" v="172"/>
          <ac:spMkLst>
            <pc:docMk/>
            <pc:sldMk cId="2348297994" sldId="264"/>
            <ac:spMk id="12" creationId="{B2F09642-6C2B-210B-A6D9-A827783EA7F5}"/>
          </ac:spMkLst>
        </pc:spChg>
        <pc:spChg chg="add mod">
          <ac:chgData name="NEHA TOPPO" userId="1caedc308d5cde1a" providerId="LiveId" clId="{09CE679F-4E7B-4894-B70B-321CFBEEB528}" dt="2026-05-11T15:25:22.285" v="171"/>
          <ac:spMkLst>
            <pc:docMk/>
            <pc:sldMk cId="2348297994" sldId="264"/>
            <ac:spMk id="13" creationId="{DCAEF969-718A-DF83-3E7D-06EA71C2434D}"/>
          </ac:spMkLst>
        </pc:spChg>
        <pc:spChg chg="add mod">
          <ac:chgData name="NEHA TOPPO" userId="1caedc308d5cde1a" providerId="LiveId" clId="{09CE679F-4E7B-4894-B70B-321CFBEEB528}" dt="2026-05-11T15:25:21.942" v="170"/>
          <ac:spMkLst>
            <pc:docMk/>
            <pc:sldMk cId="2348297994" sldId="264"/>
            <ac:spMk id="14" creationId="{A8F49CFF-F0A5-ADA5-1640-78CB36A8E763}"/>
          </ac:spMkLst>
        </pc:spChg>
      </pc:sldChg>
      <pc:sldChg chg="addSp delSp modSp add mod ord">
        <pc:chgData name="NEHA TOPPO" userId="1caedc308d5cde1a" providerId="LiveId" clId="{09CE679F-4E7B-4894-B70B-321CFBEEB528}" dt="2026-05-12T06:02:11.696" v="946" actId="404"/>
        <pc:sldMkLst>
          <pc:docMk/>
          <pc:sldMk cId="1518655785" sldId="265"/>
        </pc:sldMkLst>
        <pc:spChg chg="mod">
          <ac:chgData name="NEHA TOPPO" userId="1caedc308d5cde1a" providerId="LiveId" clId="{09CE679F-4E7B-4894-B70B-321CFBEEB528}" dt="2026-05-11T15:55:40.662" v="631" actId="255"/>
          <ac:spMkLst>
            <pc:docMk/>
            <pc:sldMk cId="1518655785" sldId="265"/>
            <ac:spMk id="2" creationId="{042FE2A7-11C3-776C-358F-77E6427F4F56}"/>
          </ac:spMkLst>
        </pc:spChg>
        <pc:spChg chg="del mod">
          <ac:chgData name="NEHA TOPPO" userId="1caedc308d5cde1a" providerId="LiveId" clId="{09CE679F-4E7B-4894-B70B-321CFBEEB528}" dt="2026-05-11T15:33:28.013" v="319" actId="478"/>
          <ac:spMkLst>
            <pc:docMk/>
            <pc:sldMk cId="1518655785" sldId="265"/>
            <ac:spMk id="3" creationId="{BBA86173-FEBF-FFF6-060A-237F0FBB45CD}"/>
          </ac:spMkLst>
        </pc:spChg>
        <pc:spChg chg="add mod">
          <ac:chgData name="NEHA TOPPO" userId="1caedc308d5cde1a" providerId="LiveId" clId="{09CE679F-4E7B-4894-B70B-321CFBEEB528}" dt="2026-05-12T06:02:11.696" v="946" actId="404"/>
          <ac:spMkLst>
            <pc:docMk/>
            <pc:sldMk cId="1518655785" sldId="265"/>
            <ac:spMk id="4" creationId="{EAF4FE54-0EA7-92EA-5570-EDA00F860EA1}"/>
          </ac:spMkLst>
        </pc:spChg>
      </pc:sldChg>
      <pc:sldChg chg="new del">
        <pc:chgData name="NEHA TOPPO" userId="1caedc308d5cde1a" providerId="LiveId" clId="{09CE679F-4E7B-4894-B70B-321CFBEEB528}" dt="2026-05-11T15:08:04.344" v="1" actId="680"/>
        <pc:sldMkLst>
          <pc:docMk/>
          <pc:sldMk cId="2383083861" sldId="265"/>
        </pc:sldMkLst>
      </pc:sldChg>
      <pc:sldChg chg="addSp delSp modSp new mod">
        <pc:chgData name="NEHA TOPPO" userId="1caedc308d5cde1a" providerId="LiveId" clId="{09CE679F-4E7B-4894-B70B-321CFBEEB528}" dt="2026-05-12T07:52:24.736" v="1853" actId="339"/>
        <pc:sldMkLst>
          <pc:docMk/>
          <pc:sldMk cId="1122509449" sldId="266"/>
        </pc:sldMkLst>
        <pc:spChg chg="mod">
          <ac:chgData name="NEHA TOPPO" userId="1caedc308d5cde1a" providerId="LiveId" clId="{09CE679F-4E7B-4894-B70B-321CFBEEB528}" dt="2026-05-12T05:45:27.776" v="767" actId="1076"/>
          <ac:spMkLst>
            <pc:docMk/>
            <pc:sldMk cId="1122509449" sldId="266"/>
            <ac:spMk id="2" creationId="{F1C3BBD9-4035-5D80-6345-4D5A6F34DBE7}"/>
          </ac:spMkLst>
        </pc:spChg>
        <pc:spChg chg="add mod">
          <ac:chgData name="NEHA TOPPO" userId="1caedc308d5cde1a" providerId="LiveId" clId="{09CE679F-4E7B-4894-B70B-321CFBEEB528}" dt="2026-05-12T05:45:34.615" v="768" actId="1076"/>
          <ac:spMkLst>
            <pc:docMk/>
            <pc:sldMk cId="1122509449" sldId="266"/>
            <ac:spMk id="3" creationId="{65B58D66-68E4-4056-7DF9-7307BDD8FFEB}"/>
          </ac:spMkLst>
        </pc:spChg>
        <pc:spChg chg="del">
          <ac:chgData name="NEHA TOPPO" userId="1caedc308d5cde1a" providerId="LiveId" clId="{09CE679F-4E7B-4894-B70B-321CFBEEB528}" dt="2026-05-11T15:34:24.260" v="321" actId="931"/>
          <ac:spMkLst>
            <pc:docMk/>
            <pc:sldMk cId="1122509449" sldId="266"/>
            <ac:spMk id="3" creationId="{9FD37959-B85F-66E4-F859-DCDC5B5629F7}"/>
          </ac:spMkLst>
        </pc:spChg>
        <pc:spChg chg="mod">
          <ac:chgData name="NEHA TOPPO" userId="1caedc308d5cde1a" providerId="LiveId" clId="{09CE679F-4E7B-4894-B70B-321CFBEEB528}" dt="2026-05-12T05:45:22.386" v="766" actId="14100"/>
          <ac:spMkLst>
            <pc:docMk/>
            <pc:sldMk cId="1122509449" sldId="266"/>
            <ac:spMk id="4" creationId="{FB3E57B3-0FB8-A75C-F997-00DFC48EA947}"/>
          </ac:spMkLst>
        </pc:spChg>
        <pc:spChg chg="add del mod">
          <ac:chgData name="NEHA TOPPO" userId="1caedc308d5cde1a" providerId="LiveId" clId="{09CE679F-4E7B-4894-B70B-321CFBEEB528}" dt="2026-05-11T15:35:08.476" v="327" actId="478"/>
          <ac:spMkLst>
            <pc:docMk/>
            <pc:sldMk cId="1122509449" sldId="266"/>
            <ac:spMk id="8" creationId="{58649F9E-90D4-19A9-F337-867E5245B845}"/>
          </ac:spMkLst>
        </pc:spChg>
        <pc:picChg chg="add del mod">
          <ac:chgData name="NEHA TOPPO" userId="1caedc308d5cde1a" providerId="LiveId" clId="{09CE679F-4E7B-4894-B70B-321CFBEEB528}" dt="2026-05-11T15:35:04.265" v="326" actId="478"/>
          <ac:picMkLst>
            <pc:docMk/>
            <pc:sldMk cId="1122509449" sldId="266"/>
            <ac:picMk id="6" creationId="{8C02E14E-CC39-BA91-CAA9-0452067BB749}"/>
          </ac:picMkLst>
        </pc:picChg>
        <pc:picChg chg="add mod">
          <ac:chgData name="NEHA TOPPO" userId="1caedc308d5cde1a" providerId="LiveId" clId="{09CE679F-4E7B-4894-B70B-321CFBEEB528}" dt="2026-05-12T07:52:24.736" v="1853" actId="339"/>
          <ac:picMkLst>
            <pc:docMk/>
            <pc:sldMk cId="1122509449" sldId="266"/>
            <ac:picMk id="10" creationId="{D8F34037-6D08-DE5B-37F0-2712427C2480}"/>
          </ac:picMkLst>
        </pc:picChg>
      </pc:sldChg>
      <pc:sldChg chg="addSp delSp modSp add mod">
        <pc:chgData name="NEHA TOPPO" userId="1caedc308d5cde1a" providerId="LiveId" clId="{09CE679F-4E7B-4894-B70B-321CFBEEB528}" dt="2026-05-12T07:52:16.699" v="1852" actId="339"/>
        <pc:sldMkLst>
          <pc:docMk/>
          <pc:sldMk cId="3721531725" sldId="267"/>
        </pc:sldMkLst>
        <pc:spChg chg="mod">
          <ac:chgData name="NEHA TOPPO" userId="1caedc308d5cde1a" providerId="LiveId" clId="{09CE679F-4E7B-4894-B70B-321CFBEEB528}" dt="2026-05-12T05:46:01.489" v="769" actId="1076"/>
          <ac:spMkLst>
            <pc:docMk/>
            <pc:sldMk cId="3721531725" sldId="267"/>
            <ac:spMk id="2" creationId="{CD42025D-DEC1-CC4B-3482-6A85B1E364CD}"/>
          </ac:spMkLst>
        </pc:spChg>
        <pc:spChg chg="del mod">
          <ac:chgData name="NEHA TOPPO" userId="1caedc308d5cde1a" providerId="LiveId" clId="{09CE679F-4E7B-4894-B70B-321CFBEEB528}" dt="2026-05-11T15:42:56.971" v="387" actId="478"/>
          <ac:spMkLst>
            <pc:docMk/>
            <pc:sldMk cId="3721531725" sldId="267"/>
            <ac:spMk id="4" creationId="{A2555C27-68DB-F31F-0187-DC0956BA4109}"/>
          </ac:spMkLst>
        </pc:spChg>
        <pc:spChg chg="add mod">
          <ac:chgData name="NEHA TOPPO" userId="1caedc308d5cde1a" providerId="LiveId" clId="{09CE679F-4E7B-4894-B70B-321CFBEEB528}" dt="2026-05-11T15:42:47.515" v="385"/>
          <ac:spMkLst>
            <pc:docMk/>
            <pc:sldMk cId="3721531725" sldId="267"/>
            <ac:spMk id="6" creationId="{A0B59A79-067B-DF5C-1892-95B710E6DBDC}"/>
          </ac:spMkLst>
        </pc:spChg>
        <pc:spChg chg="add mod">
          <ac:chgData name="NEHA TOPPO" userId="1caedc308d5cde1a" providerId="LiveId" clId="{09CE679F-4E7B-4894-B70B-321CFBEEB528}" dt="2026-05-12T06:00:09.929" v="916" actId="2711"/>
          <ac:spMkLst>
            <pc:docMk/>
            <pc:sldMk cId="3721531725" sldId="267"/>
            <ac:spMk id="8" creationId="{606E4321-403D-7302-458B-A38C78E69958}"/>
          </ac:spMkLst>
        </pc:spChg>
        <pc:picChg chg="add mod">
          <ac:chgData name="NEHA TOPPO" userId="1caedc308d5cde1a" providerId="LiveId" clId="{09CE679F-4E7B-4894-B70B-321CFBEEB528}" dt="2026-05-12T07:52:16.699" v="1852" actId="339"/>
          <ac:picMkLst>
            <pc:docMk/>
            <pc:sldMk cId="3721531725" sldId="267"/>
            <ac:picMk id="5" creationId="{92CCF715-F0B8-166D-E849-AA3765992B6A}"/>
          </ac:picMkLst>
        </pc:picChg>
        <pc:picChg chg="del">
          <ac:chgData name="NEHA TOPPO" userId="1caedc308d5cde1a" providerId="LiveId" clId="{09CE679F-4E7B-4894-B70B-321CFBEEB528}" dt="2026-05-11T15:38:47.421" v="346" actId="478"/>
          <ac:picMkLst>
            <pc:docMk/>
            <pc:sldMk cId="3721531725" sldId="267"/>
            <ac:picMk id="10" creationId="{C59BE064-01AC-7C1E-88EF-400B38779D50}"/>
          </ac:picMkLst>
        </pc:picChg>
      </pc:sldChg>
      <pc:sldChg chg="addSp delSp modSp add mod">
        <pc:chgData name="NEHA TOPPO" userId="1caedc308d5cde1a" providerId="LiveId" clId="{09CE679F-4E7B-4894-B70B-321CFBEEB528}" dt="2026-05-12T07:52:08.314" v="1851" actId="339"/>
        <pc:sldMkLst>
          <pc:docMk/>
          <pc:sldMk cId="2509449449" sldId="268"/>
        </pc:sldMkLst>
        <pc:spChg chg="mod">
          <ac:chgData name="NEHA TOPPO" userId="1caedc308d5cde1a" providerId="LiveId" clId="{09CE679F-4E7B-4894-B70B-321CFBEEB528}" dt="2026-05-12T05:47:35.633" v="775" actId="14100"/>
          <ac:spMkLst>
            <pc:docMk/>
            <pc:sldMk cId="2509449449" sldId="268"/>
            <ac:spMk id="2" creationId="{EBEC97AE-2788-BAF0-AD9D-872FEA2D49F9}"/>
          </ac:spMkLst>
        </pc:spChg>
        <pc:spChg chg="add mod">
          <ac:chgData name="NEHA TOPPO" userId="1caedc308d5cde1a" providerId="LiveId" clId="{09CE679F-4E7B-4894-B70B-321CFBEEB528}" dt="2026-05-12T05:50:20.878" v="814" actId="207"/>
          <ac:spMkLst>
            <pc:docMk/>
            <pc:sldMk cId="2509449449" sldId="268"/>
            <ac:spMk id="3" creationId="{602F849D-EDB1-ACE9-3CEB-64ACFE2474A4}"/>
          </ac:spMkLst>
        </pc:spChg>
        <pc:spChg chg="mod">
          <ac:chgData name="NEHA TOPPO" userId="1caedc308d5cde1a" providerId="LiveId" clId="{09CE679F-4E7B-4894-B70B-321CFBEEB528}" dt="2026-05-12T05:54:43.227" v="887" actId="20577"/>
          <ac:spMkLst>
            <pc:docMk/>
            <pc:sldMk cId="2509449449" sldId="268"/>
            <ac:spMk id="8" creationId="{F3CA2CB2-1849-33E0-85D6-47399CAF338A}"/>
          </ac:spMkLst>
        </pc:spChg>
        <pc:picChg chg="add mod">
          <ac:chgData name="NEHA TOPPO" userId="1caedc308d5cde1a" providerId="LiveId" clId="{09CE679F-4E7B-4894-B70B-321CFBEEB528}" dt="2026-05-12T07:52:08.314" v="1851" actId="339"/>
          <ac:picMkLst>
            <pc:docMk/>
            <pc:sldMk cId="2509449449" sldId="268"/>
            <ac:picMk id="4" creationId="{B661F3D4-2F21-1FFB-F955-F0DD274A8F64}"/>
          </ac:picMkLst>
        </pc:picChg>
        <pc:picChg chg="del">
          <ac:chgData name="NEHA TOPPO" userId="1caedc308d5cde1a" providerId="LiveId" clId="{09CE679F-4E7B-4894-B70B-321CFBEEB528}" dt="2026-05-11T15:44:23.769" v="399" actId="478"/>
          <ac:picMkLst>
            <pc:docMk/>
            <pc:sldMk cId="2509449449" sldId="268"/>
            <ac:picMk id="5" creationId="{500789F9-8C68-28E7-F6A6-F60E38FF1BC6}"/>
          </ac:picMkLst>
        </pc:picChg>
      </pc:sldChg>
      <pc:sldChg chg="addSp delSp modSp add mod">
        <pc:chgData name="NEHA TOPPO" userId="1caedc308d5cde1a" providerId="LiveId" clId="{09CE679F-4E7B-4894-B70B-321CFBEEB528}" dt="2026-05-12T07:51:57.086" v="1850" actId="339"/>
        <pc:sldMkLst>
          <pc:docMk/>
          <pc:sldMk cId="2740146697" sldId="269"/>
        </pc:sldMkLst>
        <pc:spChg chg="mod">
          <ac:chgData name="NEHA TOPPO" userId="1caedc308d5cde1a" providerId="LiveId" clId="{09CE679F-4E7B-4894-B70B-321CFBEEB528}" dt="2026-05-12T05:55:00.172" v="889" actId="14100"/>
          <ac:spMkLst>
            <pc:docMk/>
            <pc:sldMk cId="2740146697" sldId="269"/>
            <ac:spMk id="2" creationId="{29EA6408-1A5A-A83D-F6A3-63FB25E39E0C}"/>
          </ac:spMkLst>
        </pc:spChg>
        <pc:spChg chg="mod">
          <ac:chgData name="NEHA TOPPO" userId="1caedc308d5cde1a" providerId="LiveId" clId="{09CE679F-4E7B-4894-B70B-321CFBEEB528}" dt="2026-05-12T05:59:43.930" v="915" actId="2711"/>
          <ac:spMkLst>
            <pc:docMk/>
            <pc:sldMk cId="2740146697" sldId="269"/>
            <ac:spMk id="8" creationId="{8291BD49-BC52-1109-FE2A-54CEFE3B4933}"/>
          </ac:spMkLst>
        </pc:spChg>
        <pc:picChg chg="del">
          <ac:chgData name="NEHA TOPPO" userId="1caedc308d5cde1a" providerId="LiveId" clId="{09CE679F-4E7B-4894-B70B-321CFBEEB528}" dt="2026-05-11T15:47:36.567" v="424" actId="478"/>
          <ac:picMkLst>
            <pc:docMk/>
            <pc:sldMk cId="2740146697" sldId="269"/>
            <ac:picMk id="4" creationId="{69A3ACDF-81FA-86E5-02CD-B3DDE24C3A0C}"/>
          </ac:picMkLst>
        </pc:picChg>
        <pc:picChg chg="add mod">
          <ac:chgData name="NEHA TOPPO" userId="1caedc308d5cde1a" providerId="LiveId" clId="{09CE679F-4E7B-4894-B70B-321CFBEEB528}" dt="2026-05-12T07:51:57.086" v="1850" actId="339"/>
          <ac:picMkLst>
            <pc:docMk/>
            <pc:sldMk cId="2740146697" sldId="269"/>
            <ac:picMk id="5" creationId="{533540D6-8D5E-D89D-E83A-7C6EFC665E10}"/>
          </ac:picMkLst>
        </pc:picChg>
      </pc:sldChg>
      <pc:sldChg chg="addSp delSp modSp add mod ord">
        <pc:chgData name="NEHA TOPPO" userId="1caedc308d5cde1a" providerId="LiveId" clId="{09CE679F-4E7B-4894-B70B-321CFBEEB528}" dt="2026-05-12T07:51:26.463" v="1849" actId="339"/>
        <pc:sldMkLst>
          <pc:docMk/>
          <pc:sldMk cId="3678006363" sldId="270"/>
        </pc:sldMkLst>
        <pc:spChg chg="mod">
          <ac:chgData name="NEHA TOPPO" userId="1caedc308d5cde1a" providerId="LiveId" clId="{09CE679F-4E7B-4894-B70B-321CFBEEB528}" dt="2026-05-11T15:52:32.115" v="542"/>
          <ac:spMkLst>
            <pc:docMk/>
            <pc:sldMk cId="3678006363" sldId="270"/>
            <ac:spMk id="2" creationId="{4AD24234-416E-5AE6-5F79-FE29D9EB62F9}"/>
          </ac:spMkLst>
        </pc:spChg>
        <pc:spChg chg="mod">
          <ac:chgData name="NEHA TOPPO" userId="1caedc308d5cde1a" providerId="LiveId" clId="{09CE679F-4E7B-4894-B70B-321CFBEEB528}" dt="2026-05-12T05:59:26.073" v="913" actId="20577"/>
          <ac:spMkLst>
            <pc:docMk/>
            <pc:sldMk cId="3678006363" sldId="270"/>
            <ac:spMk id="4" creationId="{B41C6FC5-CF0F-BC34-211B-24004402AC2B}"/>
          </ac:spMkLst>
        </pc:spChg>
        <pc:spChg chg="add mod">
          <ac:chgData name="NEHA TOPPO" userId="1caedc308d5cde1a" providerId="LiveId" clId="{09CE679F-4E7B-4894-B70B-321CFBEEB528}" dt="2026-05-12T07:50:11.874" v="1847" actId="14861"/>
          <ac:spMkLst>
            <pc:docMk/>
            <pc:sldMk cId="3678006363" sldId="270"/>
            <ac:spMk id="6" creationId="{0DF10596-2589-3E62-4776-51D5569B66D1}"/>
          </ac:spMkLst>
        </pc:spChg>
        <pc:picChg chg="add mod">
          <ac:chgData name="NEHA TOPPO" userId="1caedc308d5cde1a" providerId="LiveId" clId="{09CE679F-4E7B-4894-B70B-321CFBEEB528}" dt="2026-05-12T07:51:26.463" v="1849" actId="339"/>
          <ac:picMkLst>
            <pc:docMk/>
            <pc:sldMk cId="3678006363" sldId="270"/>
            <ac:picMk id="5" creationId="{EC6238CB-605C-D35B-2003-38967A242D0B}"/>
          </ac:picMkLst>
        </pc:picChg>
        <pc:picChg chg="del">
          <ac:chgData name="NEHA TOPPO" userId="1caedc308d5cde1a" providerId="LiveId" clId="{09CE679F-4E7B-4894-B70B-321CFBEEB528}" dt="2026-05-11T15:53:43.663" v="567" actId="478"/>
          <ac:picMkLst>
            <pc:docMk/>
            <pc:sldMk cId="3678006363" sldId="270"/>
            <ac:picMk id="10" creationId="{B3928646-F1AC-505F-E921-38B66095E35A}"/>
          </ac:picMkLst>
        </pc:picChg>
      </pc:sldChg>
      <pc:sldChg chg="modSp add mod">
        <pc:chgData name="NEHA TOPPO" userId="1caedc308d5cde1a" providerId="LiveId" clId="{09CE679F-4E7B-4894-B70B-321CFBEEB528}" dt="2026-05-12T06:03:00.550" v="950" actId="1076"/>
        <pc:sldMkLst>
          <pc:docMk/>
          <pc:sldMk cId="1236148342" sldId="271"/>
        </pc:sldMkLst>
        <pc:spChg chg="mod">
          <ac:chgData name="NEHA TOPPO" userId="1caedc308d5cde1a" providerId="LiveId" clId="{09CE679F-4E7B-4894-B70B-321CFBEEB528}" dt="2026-05-12T06:03:00.550" v="950" actId="1076"/>
          <ac:spMkLst>
            <pc:docMk/>
            <pc:sldMk cId="1236148342" sldId="271"/>
            <ac:spMk id="2" creationId="{A274A86C-E736-89CD-DDDD-5501D0849873}"/>
          </ac:spMkLst>
        </pc:spChg>
        <pc:spChg chg="mod">
          <ac:chgData name="NEHA TOPPO" userId="1caedc308d5cde1a" providerId="LiveId" clId="{09CE679F-4E7B-4894-B70B-321CFBEEB528}" dt="2026-05-12T06:02:51.811" v="949" actId="1076"/>
          <ac:spMkLst>
            <pc:docMk/>
            <pc:sldMk cId="1236148342" sldId="271"/>
            <ac:spMk id="4" creationId="{80725D48-8633-D661-E1CC-860A543690FB}"/>
          </ac:spMkLst>
        </pc:spChg>
      </pc:sldChg>
      <pc:sldChg chg="addSp modSp new mod">
        <pc:chgData name="NEHA TOPPO" userId="1caedc308d5cde1a" providerId="LiveId" clId="{09CE679F-4E7B-4894-B70B-321CFBEEB528}" dt="2026-05-12T08:50:19.321" v="1859" actId="14861"/>
        <pc:sldMkLst>
          <pc:docMk/>
          <pc:sldMk cId="2184587274" sldId="272"/>
        </pc:sldMkLst>
        <pc:spChg chg="add mod">
          <ac:chgData name="NEHA TOPPO" userId="1caedc308d5cde1a" providerId="LiveId" clId="{09CE679F-4E7B-4894-B70B-321CFBEEB528}" dt="2026-05-12T08:50:19.321" v="1859" actId="14861"/>
          <ac:spMkLst>
            <pc:docMk/>
            <pc:sldMk cId="2184587274" sldId="272"/>
            <ac:spMk id="2" creationId="{0272BA4D-9559-FDB3-1916-A2FF7854CB93}"/>
          </ac:spMkLst>
        </pc:spChg>
      </pc:sldChg>
      <pc:sldMasterChg chg="setBg modSldLayout">
        <pc:chgData name="NEHA TOPPO" userId="1caedc308d5cde1a" providerId="LiveId" clId="{09CE679F-4E7B-4894-B70B-321CFBEEB528}" dt="2026-05-12T05:37:30.654" v="686"/>
        <pc:sldMasterMkLst>
          <pc:docMk/>
          <pc:sldMasterMk cId="578109535" sldId="2147483648"/>
        </pc:sldMasterMkLst>
        <pc:sldLayoutChg chg="setBg">
          <pc:chgData name="NEHA TOPPO" userId="1caedc308d5cde1a" providerId="LiveId" clId="{09CE679F-4E7B-4894-B70B-321CFBEEB528}" dt="2026-05-12T05:37:30.654" v="686"/>
          <pc:sldLayoutMkLst>
            <pc:docMk/>
            <pc:sldMasterMk cId="578109535" sldId="2147483648"/>
            <pc:sldLayoutMk cId="472108453" sldId="2147483649"/>
          </pc:sldLayoutMkLst>
        </pc:sldLayoutChg>
        <pc:sldLayoutChg chg="setBg">
          <pc:chgData name="NEHA TOPPO" userId="1caedc308d5cde1a" providerId="LiveId" clId="{09CE679F-4E7B-4894-B70B-321CFBEEB528}" dt="2026-05-12T05:37:30.654" v="686"/>
          <pc:sldLayoutMkLst>
            <pc:docMk/>
            <pc:sldMasterMk cId="578109535" sldId="2147483648"/>
            <pc:sldLayoutMk cId="288149861" sldId="2147483650"/>
          </pc:sldLayoutMkLst>
        </pc:sldLayoutChg>
        <pc:sldLayoutChg chg="setBg">
          <pc:chgData name="NEHA TOPPO" userId="1caedc308d5cde1a" providerId="LiveId" clId="{09CE679F-4E7B-4894-B70B-321CFBEEB528}" dt="2026-05-12T05:37:30.654" v="686"/>
          <pc:sldLayoutMkLst>
            <pc:docMk/>
            <pc:sldMasterMk cId="578109535" sldId="2147483648"/>
            <pc:sldLayoutMk cId="1370502879" sldId="2147483651"/>
          </pc:sldLayoutMkLst>
        </pc:sldLayoutChg>
        <pc:sldLayoutChg chg="setBg">
          <pc:chgData name="NEHA TOPPO" userId="1caedc308d5cde1a" providerId="LiveId" clId="{09CE679F-4E7B-4894-B70B-321CFBEEB528}" dt="2026-05-12T05:37:30.654" v="686"/>
          <pc:sldLayoutMkLst>
            <pc:docMk/>
            <pc:sldMasterMk cId="578109535" sldId="2147483648"/>
            <pc:sldLayoutMk cId="772996605" sldId="2147483652"/>
          </pc:sldLayoutMkLst>
        </pc:sldLayoutChg>
        <pc:sldLayoutChg chg="setBg">
          <pc:chgData name="NEHA TOPPO" userId="1caedc308d5cde1a" providerId="LiveId" clId="{09CE679F-4E7B-4894-B70B-321CFBEEB528}" dt="2026-05-12T05:37:30.654" v="686"/>
          <pc:sldLayoutMkLst>
            <pc:docMk/>
            <pc:sldMasterMk cId="578109535" sldId="2147483648"/>
            <pc:sldLayoutMk cId="2806575885" sldId="2147483653"/>
          </pc:sldLayoutMkLst>
        </pc:sldLayoutChg>
        <pc:sldLayoutChg chg="setBg">
          <pc:chgData name="NEHA TOPPO" userId="1caedc308d5cde1a" providerId="LiveId" clId="{09CE679F-4E7B-4894-B70B-321CFBEEB528}" dt="2026-05-12T05:37:30.654" v="686"/>
          <pc:sldLayoutMkLst>
            <pc:docMk/>
            <pc:sldMasterMk cId="578109535" sldId="2147483648"/>
            <pc:sldLayoutMk cId="3956789799" sldId="2147483654"/>
          </pc:sldLayoutMkLst>
        </pc:sldLayoutChg>
        <pc:sldLayoutChg chg="setBg">
          <pc:chgData name="NEHA TOPPO" userId="1caedc308d5cde1a" providerId="LiveId" clId="{09CE679F-4E7B-4894-B70B-321CFBEEB528}" dt="2026-05-12T05:37:30.654" v="686"/>
          <pc:sldLayoutMkLst>
            <pc:docMk/>
            <pc:sldMasterMk cId="578109535" sldId="2147483648"/>
            <pc:sldLayoutMk cId="2473886702" sldId="2147483655"/>
          </pc:sldLayoutMkLst>
        </pc:sldLayoutChg>
        <pc:sldLayoutChg chg="setBg">
          <pc:chgData name="NEHA TOPPO" userId="1caedc308d5cde1a" providerId="LiveId" clId="{09CE679F-4E7B-4894-B70B-321CFBEEB528}" dt="2026-05-12T05:37:30.654" v="686"/>
          <pc:sldLayoutMkLst>
            <pc:docMk/>
            <pc:sldMasterMk cId="578109535" sldId="2147483648"/>
            <pc:sldLayoutMk cId="1401709282" sldId="2147483656"/>
          </pc:sldLayoutMkLst>
        </pc:sldLayoutChg>
        <pc:sldLayoutChg chg="setBg">
          <pc:chgData name="NEHA TOPPO" userId="1caedc308d5cde1a" providerId="LiveId" clId="{09CE679F-4E7B-4894-B70B-321CFBEEB528}" dt="2026-05-12T05:37:30.654" v="686"/>
          <pc:sldLayoutMkLst>
            <pc:docMk/>
            <pc:sldMasterMk cId="578109535" sldId="2147483648"/>
            <pc:sldLayoutMk cId="2006983334" sldId="2147483657"/>
          </pc:sldLayoutMkLst>
        </pc:sldLayoutChg>
        <pc:sldLayoutChg chg="setBg">
          <pc:chgData name="NEHA TOPPO" userId="1caedc308d5cde1a" providerId="LiveId" clId="{09CE679F-4E7B-4894-B70B-321CFBEEB528}" dt="2026-05-12T05:37:30.654" v="686"/>
          <pc:sldLayoutMkLst>
            <pc:docMk/>
            <pc:sldMasterMk cId="578109535" sldId="2147483648"/>
            <pc:sldLayoutMk cId="3276667684" sldId="2147483658"/>
          </pc:sldLayoutMkLst>
        </pc:sldLayoutChg>
        <pc:sldLayoutChg chg="setBg">
          <pc:chgData name="NEHA TOPPO" userId="1caedc308d5cde1a" providerId="LiveId" clId="{09CE679F-4E7B-4894-B70B-321CFBEEB528}" dt="2026-05-12T05:37:30.654" v="686"/>
          <pc:sldLayoutMkLst>
            <pc:docMk/>
            <pc:sldMasterMk cId="578109535" sldId="2147483648"/>
            <pc:sldLayoutMk cId="2389644649" sldId="2147483659"/>
          </pc:sldLayoutMkLst>
        </pc:sldLayoutChg>
      </pc:sldMaster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010B510-F5FA-4476-BFEF-FF9DB1147202}" type="doc">
      <dgm:prSet loTypeId="urn:microsoft.com/office/officeart/2005/8/layout/hProcess10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997DA609-FC0F-41DD-977E-B6C8F7108A33}">
      <dgm:prSet phldrT="[Text]" phldr="0"/>
      <dgm:spPr/>
      <dgm:t>
        <a:bodyPr/>
        <a:lstStyle/>
        <a:p>
          <a:r>
            <a:rPr lang="en-US" sz="1400" dirty="0"/>
            <a:t>PostgreSQL</a:t>
          </a:r>
          <a:endParaRPr lang="en-IN" sz="1400" dirty="0"/>
        </a:p>
      </dgm:t>
    </dgm:pt>
    <dgm:pt modelId="{0C911271-295A-419C-A8FD-637E0DE342B8}" type="parTrans" cxnId="{86604295-4C95-4835-93E1-26CD1E9A8124}">
      <dgm:prSet/>
      <dgm:spPr/>
      <dgm:t>
        <a:bodyPr/>
        <a:lstStyle/>
        <a:p>
          <a:endParaRPr lang="en-IN"/>
        </a:p>
      </dgm:t>
    </dgm:pt>
    <dgm:pt modelId="{D6348527-8E32-4E39-8434-2DCD67780618}" type="sibTrans" cxnId="{86604295-4C95-4835-93E1-26CD1E9A8124}">
      <dgm:prSet/>
      <dgm:spPr>
        <a:solidFill>
          <a:schemeClr val="accent5">
            <a:lumMod val="75000"/>
          </a:schemeClr>
        </a:solidFill>
      </dgm:spPr>
      <dgm:t>
        <a:bodyPr/>
        <a:lstStyle/>
        <a:p>
          <a:endParaRPr lang="en-IN"/>
        </a:p>
      </dgm:t>
    </dgm:pt>
    <dgm:pt modelId="{076D39C4-D36E-42E2-8EAF-F65CD95F5EF7}">
      <dgm:prSet phldrT="[Text]" phldr="0" custT="1"/>
      <dgm:spPr/>
      <dgm:t>
        <a:bodyPr/>
        <a:lstStyle/>
        <a:p>
          <a:r>
            <a:rPr lang="en-US" sz="1400" dirty="0"/>
            <a:t>Create Tables &amp; Data import</a:t>
          </a:r>
          <a:endParaRPr lang="en-IN" sz="1400" dirty="0"/>
        </a:p>
      </dgm:t>
    </dgm:pt>
    <dgm:pt modelId="{86960AF5-D75F-425E-8A73-10A6A4625CD3}" type="parTrans" cxnId="{E41D4BED-45CB-4148-9FA9-2DD7F9A91A26}">
      <dgm:prSet/>
      <dgm:spPr/>
      <dgm:t>
        <a:bodyPr/>
        <a:lstStyle/>
        <a:p>
          <a:endParaRPr lang="en-IN"/>
        </a:p>
      </dgm:t>
    </dgm:pt>
    <dgm:pt modelId="{0A79F6F8-B0D3-44C9-873E-572982AB40D5}" type="sibTrans" cxnId="{E41D4BED-45CB-4148-9FA9-2DD7F9A91A26}">
      <dgm:prSet/>
      <dgm:spPr/>
      <dgm:t>
        <a:bodyPr/>
        <a:lstStyle/>
        <a:p>
          <a:endParaRPr lang="en-IN"/>
        </a:p>
      </dgm:t>
    </dgm:pt>
    <dgm:pt modelId="{9735E9C7-089B-43EF-8B6B-5E5B9E1F928A}">
      <dgm:prSet phldrT="[Text]" phldr="0" custT="1"/>
      <dgm:spPr/>
      <dgm:t>
        <a:bodyPr/>
        <a:lstStyle/>
        <a:p>
          <a:r>
            <a:rPr lang="en-US" sz="1400" dirty="0"/>
            <a:t>Extract selected columns transform into one table using join</a:t>
          </a:r>
          <a:endParaRPr lang="en-IN" sz="1400" dirty="0"/>
        </a:p>
      </dgm:t>
    </dgm:pt>
    <dgm:pt modelId="{6C4C8789-BB31-4508-9ADC-450DB13DE247}" type="parTrans" cxnId="{161FD440-AEE2-4929-B60F-8FE257ED0635}">
      <dgm:prSet/>
      <dgm:spPr/>
      <dgm:t>
        <a:bodyPr/>
        <a:lstStyle/>
        <a:p>
          <a:endParaRPr lang="en-IN"/>
        </a:p>
      </dgm:t>
    </dgm:pt>
    <dgm:pt modelId="{34C8EF9B-DAE9-4A5D-B037-5E6B315790F5}" type="sibTrans" cxnId="{161FD440-AEE2-4929-B60F-8FE257ED0635}">
      <dgm:prSet/>
      <dgm:spPr/>
      <dgm:t>
        <a:bodyPr/>
        <a:lstStyle/>
        <a:p>
          <a:endParaRPr lang="en-IN"/>
        </a:p>
      </dgm:t>
    </dgm:pt>
    <dgm:pt modelId="{F94F50B7-588C-45E6-8DB5-101BCD83BC44}">
      <dgm:prSet phldrT="[Text]" phldr="0"/>
      <dgm:spPr/>
      <dgm:t>
        <a:bodyPr/>
        <a:lstStyle/>
        <a:p>
          <a:r>
            <a:rPr lang="en-US" sz="1400" dirty="0"/>
            <a:t>Python</a:t>
          </a:r>
          <a:endParaRPr lang="en-IN" sz="1400" dirty="0"/>
        </a:p>
      </dgm:t>
    </dgm:pt>
    <dgm:pt modelId="{BEC422A5-E40D-40F6-92F6-4D3AED8A6552}" type="parTrans" cxnId="{B1F7C68A-7EAE-40E0-A392-DA4CA5950D5F}">
      <dgm:prSet/>
      <dgm:spPr/>
      <dgm:t>
        <a:bodyPr/>
        <a:lstStyle/>
        <a:p>
          <a:endParaRPr lang="en-IN"/>
        </a:p>
      </dgm:t>
    </dgm:pt>
    <dgm:pt modelId="{79571612-EEDF-46AB-BB67-2282D771C4C5}" type="sibTrans" cxnId="{B1F7C68A-7EAE-40E0-A392-DA4CA5950D5F}">
      <dgm:prSet/>
      <dgm:spPr/>
      <dgm:t>
        <a:bodyPr/>
        <a:lstStyle/>
        <a:p>
          <a:endParaRPr lang="en-IN"/>
        </a:p>
      </dgm:t>
    </dgm:pt>
    <dgm:pt modelId="{6D896479-0D83-4E33-A431-533B115DCAFB}">
      <dgm:prSet phldrT="[Text]" phldr="0" custT="1"/>
      <dgm:spPr/>
      <dgm:t>
        <a:bodyPr/>
        <a:lstStyle/>
        <a:p>
          <a:r>
            <a:rPr lang="en-US" sz="1400" dirty="0"/>
            <a:t>Load data from SQL</a:t>
          </a:r>
          <a:endParaRPr lang="en-IN" sz="1400" dirty="0"/>
        </a:p>
      </dgm:t>
    </dgm:pt>
    <dgm:pt modelId="{F77BD090-17DE-49D5-BF9E-4A42D43EF2F6}" type="parTrans" cxnId="{E8ADF0DE-4741-4494-A316-32A03259693C}">
      <dgm:prSet/>
      <dgm:spPr/>
      <dgm:t>
        <a:bodyPr/>
        <a:lstStyle/>
        <a:p>
          <a:endParaRPr lang="en-IN"/>
        </a:p>
      </dgm:t>
    </dgm:pt>
    <dgm:pt modelId="{6D66DCBA-459C-41D0-A74E-C456DCD2EF20}" type="sibTrans" cxnId="{E8ADF0DE-4741-4494-A316-32A03259693C}">
      <dgm:prSet/>
      <dgm:spPr/>
      <dgm:t>
        <a:bodyPr/>
        <a:lstStyle/>
        <a:p>
          <a:endParaRPr lang="en-IN"/>
        </a:p>
      </dgm:t>
    </dgm:pt>
    <dgm:pt modelId="{C106A8AA-9B0F-447B-B840-72F9D133D57F}">
      <dgm:prSet phldrT="[Text]" phldr="0" custT="1"/>
      <dgm:spPr/>
      <dgm:t>
        <a:bodyPr/>
        <a:lstStyle/>
        <a:p>
          <a:r>
            <a:rPr lang="en-US" sz="1400" dirty="0"/>
            <a:t>EDA</a:t>
          </a:r>
          <a:endParaRPr lang="en-IN" sz="1400" dirty="0"/>
        </a:p>
      </dgm:t>
    </dgm:pt>
    <dgm:pt modelId="{0757FDD2-97ED-4C0B-B2CD-1D0CD2731572}" type="parTrans" cxnId="{410371E7-AE3F-4B27-991A-5CECF1848028}">
      <dgm:prSet/>
      <dgm:spPr/>
      <dgm:t>
        <a:bodyPr/>
        <a:lstStyle/>
        <a:p>
          <a:endParaRPr lang="en-IN"/>
        </a:p>
      </dgm:t>
    </dgm:pt>
    <dgm:pt modelId="{1FD9E94B-B069-4540-AF0F-4446640B82DF}" type="sibTrans" cxnId="{410371E7-AE3F-4B27-991A-5CECF1848028}">
      <dgm:prSet/>
      <dgm:spPr/>
      <dgm:t>
        <a:bodyPr/>
        <a:lstStyle/>
        <a:p>
          <a:endParaRPr lang="en-IN"/>
        </a:p>
      </dgm:t>
    </dgm:pt>
    <dgm:pt modelId="{0DE2FDAD-1F18-4C8E-B3C1-48A05AC09114}">
      <dgm:prSet phldrT="[Text]" phldr="0" custT="1"/>
      <dgm:spPr/>
      <dgm:t>
        <a:bodyPr/>
        <a:lstStyle/>
        <a:p>
          <a:r>
            <a:rPr lang="en-US" sz="1400" dirty="0"/>
            <a:t>Feature Engineering</a:t>
          </a:r>
          <a:endParaRPr lang="en-IN" sz="1400" dirty="0"/>
        </a:p>
      </dgm:t>
    </dgm:pt>
    <dgm:pt modelId="{D3ADC258-7875-4899-B651-03CD3D843F0D}" type="parTrans" cxnId="{1580DE04-1CFF-4782-8C01-79571C60AF83}">
      <dgm:prSet/>
      <dgm:spPr/>
      <dgm:t>
        <a:bodyPr/>
        <a:lstStyle/>
        <a:p>
          <a:endParaRPr lang="en-IN"/>
        </a:p>
      </dgm:t>
    </dgm:pt>
    <dgm:pt modelId="{028CE467-E09A-4E08-9DB7-F2D4CB1AEA2C}" type="sibTrans" cxnId="{1580DE04-1CFF-4782-8C01-79571C60AF83}">
      <dgm:prSet/>
      <dgm:spPr/>
      <dgm:t>
        <a:bodyPr/>
        <a:lstStyle/>
        <a:p>
          <a:endParaRPr lang="en-IN"/>
        </a:p>
      </dgm:t>
    </dgm:pt>
    <dgm:pt modelId="{860627FA-9DA8-49DE-813D-D9F9F879C0A5}">
      <dgm:prSet phldrT="[Text]" phldr="0" custT="1"/>
      <dgm:spPr/>
      <dgm:t>
        <a:bodyPr/>
        <a:lstStyle/>
        <a:p>
          <a:r>
            <a:rPr lang="en-US" sz="1400" dirty="0"/>
            <a:t>Data Analysis</a:t>
          </a:r>
          <a:endParaRPr lang="en-IN" sz="1400" dirty="0"/>
        </a:p>
      </dgm:t>
    </dgm:pt>
    <dgm:pt modelId="{5EC8C9B6-5B63-436D-B131-8A79A97EBEBD}" type="parTrans" cxnId="{901A0EB4-5927-41B2-98DD-626219057FAC}">
      <dgm:prSet/>
      <dgm:spPr/>
      <dgm:t>
        <a:bodyPr/>
        <a:lstStyle/>
        <a:p>
          <a:endParaRPr lang="en-IN"/>
        </a:p>
      </dgm:t>
    </dgm:pt>
    <dgm:pt modelId="{009194B9-6982-4308-BE66-4ADAA2169FF2}" type="sibTrans" cxnId="{901A0EB4-5927-41B2-98DD-626219057FAC}">
      <dgm:prSet/>
      <dgm:spPr/>
      <dgm:t>
        <a:bodyPr/>
        <a:lstStyle/>
        <a:p>
          <a:endParaRPr lang="en-IN"/>
        </a:p>
      </dgm:t>
    </dgm:pt>
    <dgm:pt modelId="{3E906AB7-C605-4985-9449-BABD9266E831}">
      <dgm:prSet phldrT="[Text]" phldr="0" custT="1"/>
      <dgm:spPr/>
      <dgm:t>
        <a:bodyPr/>
        <a:lstStyle/>
        <a:p>
          <a:r>
            <a:rPr lang="en-US" sz="1400" dirty="0"/>
            <a:t>Visualization</a:t>
          </a:r>
          <a:endParaRPr lang="en-IN" sz="1400" dirty="0"/>
        </a:p>
      </dgm:t>
    </dgm:pt>
    <dgm:pt modelId="{979F5F3B-472F-44A5-AF57-8B081E783548}" type="parTrans" cxnId="{9F423625-470D-4219-8537-7552D7566728}">
      <dgm:prSet/>
      <dgm:spPr/>
      <dgm:t>
        <a:bodyPr/>
        <a:lstStyle/>
        <a:p>
          <a:endParaRPr lang="en-IN"/>
        </a:p>
      </dgm:t>
    </dgm:pt>
    <dgm:pt modelId="{001971A6-6B60-47DB-BDC6-F7CF0FE862A6}" type="sibTrans" cxnId="{9F423625-470D-4219-8537-7552D7566728}">
      <dgm:prSet/>
      <dgm:spPr/>
      <dgm:t>
        <a:bodyPr/>
        <a:lstStyle/>
        <a:p>
          <a:endParaRPr lang="en-IN"/>
        </a:p>
      </dgm:t>
    </dgm:pt>
    <dgm:pt modelId="{6A4A0DD1-9B2E-45BE-A368-399DBC12B303}" type="pres">
      <dgm:prSet presAssocID="{7010B510-F5FA-4476-BFEF-FF9DB1147202}" presName="Name0" presStyleCnt="0">
        <dgm:presLayoutVars>
          <dgm:dir/>
          <dgm:resizeHandles val="exact"/>
        </dgm:presLayoutVars>
      </dgm:prSet>
      <dgm:spPr/>
    </dgm:pt>
    <dgm:pt modelId="{E9BD0431-66CC-4D6C-9285-778F0C142765}" type="pres">
      <dgm:prSet presAssocID="{997DA609-FC0F-41DD-977E-B6C8F7108A33}" presName="composite" presStyleCnt="0"/>
      <dgm:spPr/>
    </dgm:pt>
    <dgm:pt modelId="{D82F5F28-29CC-462C-A81D-EEA08AD719AC}" type="pres">
      <dgm:prSet presAssocID="{997DA609-FC0F-41DD-977E-B6C8F7108A33}" presName="imagSh" presStyleLbl="bgImgPlace1" presStyleIdx="0" presStyleCnt="2" custScaleX="40921" custScaleY="48234" custLinFactNeighborX="-45" custLinFactNeighborY="-28848"/>
      <dgm:spPr>
        <a:prstGeom prst="flowChartConnector">
          <a:avLst/>
        </a:prstGeom>
      </dgm:spPr>
    </dgm:pt>
    <dgm:pt modelId="{BEBC0A94-4842-40F9-8987-5780A7CC3F86}" type="pres">
      <dgm:prSet presAssocID="{997DA609-FC0F-41DD-977E-B6C8F7108A33}" presName="txNode" presStyleLbl="node1" presStyleIdx="0" presStyleCnt="2" custScaleX="100000" custScaleY="100000">
        <dgm:presLayoutVars>
          <dgm:bulletEnabled val="1"/>
        </dgm:presLayoutVars>
      </dgm:prSet>
      <dgm:spPr>
        <a:prstGeom prst="snip2DiagRect">
          <a:avLst/>
        </a:prstGeom>
      </dgm:spPr>
    </dgm:pt>
    <dgm:pt modelId="{BF4645CF-D298-4345-B2F3-F49A1A5BC2E6}" type="pres">
      <dgm:prSet presAssocID="{D6348527-8E32-4E39-8434-2DCD67780618}" presName="sibTrans" presStyleLbl="sibTrans2D1" presStyleIdx="0" presStyleCnt="1" custAng="21430677" custScaleX="47393" custScaleY="33741"/>
      <dgm:spPr/>
    </dgm:pt>
    <dgm:pt modelId="{ABEDA820-3287-42DD-8219-8B5906567723}" type="pres">
      <dgm:prSet presAssocID="{D6348527-8E32-4E39-8434-2DCD67780618}" presName="connTx" presStyleLbl="sibTrans2D1" presStyleIdx="0" presStyleCnt="1"/>
      <dgm:spPr/>
    </dgm:pt>
    <dgm:pt modelId="{F90CD960-D579-46B9-8C8C-253B7777247A}" type="pres">
      <dgm:prSet presAssocID="{F94F50B7-588C-45E6-8DB5-101BCD83BC44}" presName="composite" presStyleCnt="0"/>
      <dgm:spPr/>
    </dgm:pt>
    <dgm:pt modelId="{27B9BDCA-B89B-4765-B807-B427CD11D7A0}" type="pres">
      <dgm:prSet presAssocID="{F94F50B7-588C-45E6-8DB5-101BCD83BC44}" presName="imagSh" presStyleLbl="bgImgPlace1" presStyleIdx="1" presStyleCnt="2" custAng="19817894" custScaleX="27920" custScaleY="45908"/>
      <dgm:spPr>
        <a:prstGeom prst="flowChartConnector">
          <a:avLst/>
        </a:prstGeom>
      </dgm:spPr>
    </dgm:pt>
    <dgm:pt modelId="{A0C11E85-0FB8-4E7A-AB21-D4D032C202EA}" type="pres">
      <dgm:prSet presAssocID="{F94F50B7-588C-45E6-8DB5-101BCD83BC44}" presName="txNode" presStyleLbl="node1" presStyleIdx="1" presStyleCnt="2" custScaleX="100000" custScaleY="100000">
        <dgm:presLayoutVars>
          <dgm:bulletEnabled val="1"/>
        </dgm:presLayoutVars>
      </dgm:prSet>
      <dgm:spPr>
        <a:prstGeom prst="snip2DiagRect">
          <a:avLst/>
        </a:prstGeom>
      </dgm:spPr>
    </dgm:pt>
  </dgm:ptLst>
  <dgm:cxnLst>
    <dgm:cxn modelId="{1580DE04-1CFF-4782-8C01-79571C60AF83}" srcId="{F94F50B7-588C-45E6-8DB5-101BCD83BC44}" destId="{0DE2FDAD-1F18-4C8E-B3C1-48A05AC09114}" srcOrd="2" destOrd="0" parTransId="{D3ADC258-7875-4899-B651-03CD3D843F0D}" sibTransId="{028CE467-E09A-4E08-9DB7-F2D4CB1AEA2C}"/>
    <dgm:cxn modelId="{D47A420D-65F9-4057-8E3A-95844FB83013}" type="presOf" srcId="{860627FA-9DA8-49DE-813D-D9F9F879C0A5}" destId="{A0C11E85-0FB8-4E7A-AB21-D4D032C202EA}" srcOrd="0" destOrd="4" presId="urn:microsoft.com/office/officeart/2005/8/layout/hProcess10"/>
    <dgm:cxn modelId="{03CACE20-9C4D-49D5-B787-8C3A22CA8D14}" type="presOf" srcId="{F94F50B7-588C-45E6-8DB5-101BCD83BC44}" destId="{A0C11E85-0FB8-4E7A-AB21-D4D032C202EA}" srcOrd="0" destOrd="0" presId="urn:microsoft.com/office/officeart/2005/8/layout/hProcess10"/>
    <dgm:cxn modelId="{9F423625-470D-4219-8537-7552D7566728}" srcId="{F94F50B7-588C-45E6-8DB5-101BCD83BC44}" destId="{3E906AB7-C605-4985-9449-BABD9266E831}" srcOrd="4" destOrd="0" parTransId="{979F5F3B-472F-44A5-AF57-8B081E783548}" sibTransId="{001971A6-6B60-47DB-BDC6-F7CF0FE862A6}"/>
    <dgm:cxn modelId="{161FD440-AEE2-4929-B60F-8FE257ED0635}" srcId="{997DA609-FC0F-41DD-977E-B6C8F7108A33}" destId="{9735E9C7-089B-43EF-8B6B-5E5B9E1F928A}" srcOrd="1" destOrd="0" parTransId="{6C4C8789-BB31-4508-9ADC-450DB13DE247}" sibTransId="{34C8EF9B-DAE9-4A5D-B037-5E6B315790F5}"/>
    <dgm:cxn modelId="{74E14D5B-F975-489D-B4B0-68D084B45F26}" type="presOf" srcId="{076D39C4-D36E-42E2-8EAF-F65CD95F5EF7}" destId="{BEBC0A94-4842-40F9-8987-5780A7CC3F86}" srcOrd="0" destOrd="1" presId="urn:microsoft.com/office/officeart/2005/8/layout/hProcess10"/>
    <dgm:cxn modelId="{C734C65D-FD29-40B6-8CDB-B08A921B6C34}" type="presOf" srcId="{0DE2FDAD-1F18-4C8E-B3C1-48A05AC09114}" destId="{A0C11E85-0FB8-4E7A-AB21-D4D032C202EA}" srcOrd="0" destOrd="3" presId="urn:microsoft.com/office/officeart/2005/8/layout/hProcess10"/>
    <dgm:cxn modelId="{6DFA7458-A68C-464A-872C-E2345025D8A5}" type="presOf" srcId="{3E906AB7-C605-4985-9449-BABD9266E831}" destId="{A0C11E85-0FB8-4E7A-AB21-D4D032C202EA}" srcOrd="0" destOrd="5" presId="urn:microsoft.com/office/officeart/2005/8/layout/hProcess10"/>
    <dgm:cxn modelId="{B1F7C68A-7EAE-40E0-A392-DA4CA5950D5F}" srcId="{7010B510-F5FA-4476-BFEF-FF9DB1147202}" destId="{F94F50B7-588C-45E6-8DB5-101BCD83BC44}" srcOrd="1" destOrd="0" parTransId="{BEC422A5-E40D-40F6-92F6-4D3AED8A6552}" sibTransId="{79571612-EEDF-46AB-BB67-2282D771C4C5}"/>
    <dgm:cxn modelId="{86604295-4C95-4835-93E1-26CD1E9A8124}" srcId="{7010B510-F5FA-4476-BFEF-FF9DB1147202}" destId="{997DA609-FC0F-41DD-977E-B6C8F7108A33}" srcOrd="0" destOrd="0" parTransId="{0C911271-295A-419C-A8FD-637E0DE342B8}" sibTransId="{D6348527-8E32-4E39-8434-2DCD67780618}"/>
    <dgm:cxn modelId="{3640ECA1-AD9C-4A6C-85F3-7505109897AD}" type="presOf" srcId="{D6348527-8E32-4E39-8434-2DCD67780618}" destId="{ABEDA820-3287-42DD-8219-8B5906567723}" srcOrd="1" destOrd="0" presId="urn:microsoft.com/office/officeart/2005/8/layout/hProcess10"/>
    <dgm:cxn modelId="{BC93F2A4-9151-441D-9554-2818886980B1}" type="presOf" srcId="{6D896479-0D83-4E33-A431-533B115DCAFB}" destId="{A0C11E85-0FB8-4E7A-AB21-D4D032C202EA}" srcOrd="0" destOrd="1" presId="urn:microsoft.com/office/officeart/2005/8/layout/hProcess10"/>
    <dgm:cxn modelId="{40ADB5A8-AD42-4DCF-BC6A-D78D9442C8BD}" type="presOf" srcId="{9735E9C7-089B-43EF-8B6B-5E5B9E1F928A}" destId="{BEBC0A94-4842-40F9-8987-5780A7CC3F86}" srcOrd="0" destOrd="2" presId="urn:microsoft.com/office/officeart/2005/8/layout/hProcess10"/>
    <dgm:cxn modelId="{901A0EB4-5927-41B2-98DD-626219057FAC}" srcId="{F94F50B7-588C-45E6-8DB5-101BCD83BC44}" destId="{860627FA-9DA8-49DE-813D-D9F9F879C0A5}" srcOrd="3" destOrd="0" parTransId="{5EC8C9B6-5B63-436D-B131-8A79A97EBEBD}" sibTransId="{009194B9-6982-4308-BE66-4ADAA2169FF2}"/>
    <dgm:cxn modelId="{F83464C7-20A1-4B76-AC32-9033FCC9B310}" type="presOf" srcId="{997DA609-FC0F-41DD-977E-B6C8F7108A33}" destId="{BEBC0A94-4842-40F9-8987-5780A7CC3F86}" srcOrd="0" destOrd="0" presId="urn:microsoft.com/office/officeart/2005/8/layout/hProcess10"/>
    <dgm:cxn modelId="{E894B0D6-3028-4EB1-9BFB-161F60BB5936}" type="presOf" srcId="{D6348527-8E32-4E39-8434-2DCD67780618}" destId="{BF4645CF-D298-4345-B2F3-F49A1A5BC2E6}" srcOrd="0" destOrd="0" presId="urn:microsoft.com/office/officeart/2005/8/layout/hProcess10"/>
    <dgm:cxn modelId="{F548EBD6-66DA-4200-B862-E541622AA246}" type="presOf" srcId="{7010B510-F5FA-4476-BFEF-FF9DB1147202}" destId="{6A4A0DD1-9B2E-45BE-A368-399DBC12B303}" srcOrd="0" destOrd="0" presId="urn:microsoft.com/office/officeart/2005/8/layout/hProcess10"/>
    <dgm:cxn modelId="{E8ADF0DE-4741-4494-A316-32A03259693C}" srcId="{F94F50B7-588C-45E6-8DB5-101BCD83BC44}" destId="{6D896479-0D83-4E33-A431-533B115DCAFB}" srcOrd="0" destOrd="0" parTransId="{F77BD090-17DE-49D5-BF9E-4A42D43EF2F6}" sibTransId="{6D66DCBA-459C-41D0-A74E-C456DCD2EF20}"/>
    <dgm:cxn modelId="{410371E7-AE3F-4B27-991A-5CECF1848028}" srcId="{F94F50B7-588C-45E6-8DB5-101BCD83BC44}" destId="{C106A8AA-9B0F-447B-B840-72F9D133D57F}" srcOrd="1" destOrd="0" parTransId="{0757FDD2-97ED-4C0B-B2CD-1D0CD2731572}" sibTransId="{1FD9E94B-B069-4540-AF0F-4446640B82DF}"/>
    <dgm:cxn modelId="{6EBE92EA-D78F-4D1F-A2A1-E9BD54331796}" type="presOf" srcId="{C106A8AA-9B0F-447B-B840-72F9D133D57F}" destId="{A0C11E85-0FB8-4E7A-AB21-D4D032C202EA}" srcOrd="0" destOrd="2" presId="urn:microsoft.com/office/officeart/2005/8/layout/hProcess10"/>
    <dgm:cxn modelId="{E41D4BED-45CB-4148-9FA9-2DD7F9A91A26}" srcId="{997DA609-FC0F-41DD-977E-B6C8F7108A33}" destId="{076D39C4-D36E-42E2-8EAF-F65CD95F5EF7}" srcOrd="0" destOrd="0" parTransId="{86960AF5-D75F-425E-8A73-10A6A4625CD3}" sibTransId="{0A79F6F8-B0D3-44C9-873E-572982AB40D5}"/>
    <dgm:cxn modelId="{92CEBED8-DBEC-431C-9E93-1EAE5C87B733}" type="presParOf" srcId="{6A4A0DD1-9B2E-45BE-A368-399DBC12B303}" destId="{E9BD0431-66CC-4D6C-9285-778F0C142765}" srcOrd="0" destOrd="0" presId="urn:microsoft.com/office/officeart/2005/8/layout/hProcess10"/>
    <dgm:cxn modelId="{629B4EDC-573C-4860-9DB4-C47558F2594C}" type="presParOf" srcId="{E9BD0431-66CC-4D6C-9285-778F0C142765}" destId="{D82F5F28-29CC-462C-A81D-EEA08AD719AC}" srcOrd="0" destOrd="0" presId="urn:microsoft.com/office/officeart/2005/8/layout/hProcess10"/>
    <dgm:cxn modelId="{55AB3DB4-4C2E-407E-B6EA-191AD08C9BBF}" type="presParOf" srcId="{E9BD0431-66CC-4D6C-9285-778F0C142765}" destId="{BEBC0A94-4842-40F9-8987-5780A7CC3F86}" srcOrd="1" destOrd="0" presId="urn:microsoft.com/office/officeart/2005/8/layout/hProcess10"/>
    <dgm:cxn modelId="{4ECC4BC9-9BF8-42D8-B8D7-3C889F595A64}" type="presParOf" srcId="{6A4A0DD1-9B2E-45BE-A368-399DBC12B303}" destId="{BF4645CF-D298-4345-B2F3-F49A1A5BC2E6}" srcOrd="1" destOrd="0" presId="urn:microsoft.com/office/officeart/2005/8/layout/hProcess10"/>
    <dgm:cxn modelId="{538055F4-EA16-41C9-B8DF-E31C3785D1AC}" type="presParOf" srcId="{BF4645CF-D298-4345-B2F3-F49A1A5BC2E6}" destId="{ABEDA820-3287-42DD-8219-8B5906567723}" srcOrd="0" destOrd="0" presId="urn:microsoft.com/office/officeart/2005/8/layout/hProcess10"/>
    <dgm:cxn modelId="{0B5C7DDD-FAAC-424D-908B-7F67532CDBB7}" type="presParOf" srcId="{6A4A0DD1-9B2E-45BE-A368-399DBC12B303}" destId="{F90CD960-D579-46B9-8C8C-253B7777247A}" srcOrd="2" destOrd="0" presId="urn:microsoft.com/office/officeart/2005/8/layout/hProcess10"/>
    <dgm:cxn modelId="{6DC069E8-0D17-4FDD-899E-613632246BEA}" type="presParOf" srcId="{F90CD960-D579-46B9-8C8C-253B7777247A}" destId="{27B9BDCA-B89B-4765-B807-B427CD11D7A0}" srcOrd="0" destOrd="0" presId="urn:microsoft.com/office/officeart/2005/8/layout/hProcess10"/>
    <dgm:cxn modelId="{ECDC0019-0E60-4460-8860-FC7FC64FBB0E}" type="presParOf" srcId="{F90CD960-D579-46B9-8C8C-253B7777247A}" destId="{A0C11E85-0FB8-4E7A-AB21-D4D032C202EA}" srcOrd="1" destOrd="0" presId="urn:microsoft.com/office/officeart/2005/8/layout/hProcess10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82F5F28-29CC-462C-A81D-EEA08AD719AC}">
      <dsp:nvSpPr>
        <dsp:cNvPr id="0" name=""/>
        <dsp:cNvSpPr/>
      </dsp:nvSpPr>
      <dsp:spPr>
        <a:xfrm>
          <a:off x="318536" y="0"/>
          <a:ext cx="982607" cy="1057159"/>
        </a:xfrm>
        <a:prstGeom prst="flowChartConnector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EBC0A94-4842-40F9-8987-5780A7CC3F86}">
      <dsp:nvSpPr>
        <dsp:cNvPr id="0" name=""/>
        <dsp:cNvSpPr/>
      </dsp:nvSpPr>
      <dsp:spPr>
        <a:xfrm>
          <a:off x="1204" y="1031395"/>
          <a:ext cx="2401229" cy="2191731"/>
        </a:xfrm>
        <a:prstGeom prst="snip2Diag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PostgreSQL</a:t>
          </a:r>
          <a:endParaRPr lang="en-IN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Create Tables &amp; Data import</a:t>
          </a:r>
          <a:endParaRPr lang="en-IN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Extract selected columns transform into one table using join</a:t>
          </a:r>
          <a:endParaRPr lang="en-IN" sz="1400" kern="1200" dirty="0"/>
        </a:p>
      </dsp:txBody>
      <dsp:txXfrm>
        <a:off x="183852" y="1214043"/>
        <a:ext cx="2035933" cy="1826435"/>
      </dsp:txXfrm>
    </dsp:sp>
    <dsp:sp modelId="{BF4645CF-D298-4345-B2F3-F49A1A5BC2E6}">
      <dsp:nvSpPr>
        <dsp:cNvPr id="0" name=""/>
        <dsp:cNvSpPr/>
      </dsp:nvSpPr>
      <dsp:spPr>
        <a:xfrm rot="109482">
          <a:off x="2408448" y="578125"/>
          <a:ext cx="417123" cy="194679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lumMod val="75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800" kern="1200"/>
        </a:p>
      </dsp:txBody>
      <dsp:txXfrm>
        <a:off x="2408463" y="616131"/>
        <a:ext cx="358719" cy="116807"/>
      </dsp:txXfrm>
    </dsp:sp>
    <dsp:sp modelId="{27B9BDCA-B89B-4765-B807-B427CD11D7A0}">
      <dsp:nvSpPr>
        <dsp:cNvPr id="0" name=""/>
        <dsp:cNvSpPr/>
      </dsp:nvSpPr>
      <dsp:spPr>
        <a:xfrm rot="19817894">
          <a:off x="3807555" y="296387"/>
          <a:ext cx="670423" cy="1006179"/>
        </a:xfrm>
        <a:prstGeom prst="flowChartConnector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0C11E85-0FB8-4E7A-AB21-D4D032C202EA}">
      <dsp:nvSpPr>
        <dsp:cNvPr id="0" name=""/>
        <dsp:cNvSpPr/>
      </dsp:nvSpPr>
      <dsp:spPr>
        <a:xfrm>
          <a:off x="3333050" y="1018650"/>
          <a:ext cx="2401229" cy="2191731"/>
        </a:xfrm>
        <a:prstGeom prst="snip2Diag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Python</a:t>
          </a:r>
          <a:endParaRPr lang="en-IN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Load data from SQL</a:t>
          </a:r>
          <a:endParaRPr lang="en-IN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EDA</a:t>
          </a:r>
          <a:endParaRPr lang="en-IN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Feature Engineering</a:t>
          </a:r>
          <a:endParaRPr lang="en-IN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Data Analysis</a:t>
          </a:r>
          <a:endParaRPr lang="en-IN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Visualization</a:t>
          </a:r>
          <a:endParaRPr lang="en-IN" sz="1400" kern="1200" dirty="0"/>
        </a:p>
      </dsp:txBody>
      <dsp:txXfrm>
        <a:off x="3515698" y="1201298"/>
        <a:ext cx="2035933" cy="182643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10">
  <dgm:title val=""/>
  <dgm:desc val=""/>
  <dgm:catLst>
    <dgm:cat type="process" pri="3000"/>
    <dgm:cat type="picture" pri="30000"/>
    <dgm:cat type="pictureconvert" pri="3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" refType="w"/>
      <dgm:constr type="w" for="ch" ptType="sibTrans" refType="w" refFor="ch" refForName="composite" op="equ" fact="0.3333"/>
      <dgm:constr type="primFontSz" for="des" forName="txNode" op="equ" val="65"/>
      <dgm:constr type="primFontSz" for="des" forName="connTx" op="equ" val="55"/>
      <dgm:constr type="primFontSz" for="des" forName="connTx" refType="primFontSz" refFor="des" refForName="txNode" op="lte" fact="0.8"/>
    </dgm:constrLst>
    <dgm:ruleLst/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l" for="ch" forName="imagSh"/>
              <dgm:constr type="w" for="ch" forName="imagSh" refType="w" fact="0.86"/>
              <dgm:constr type="t" for="ch" forName="imagSh"/>
              <dgm:constr type="h" for="ch" forName="imagSh" refType="w" refFor="ch" refForName="imagSh"/>
              <dgm:constr type="l" for="ch" forName="txNode" refType="w" fact="0.14"/>
              <dgm:constr type="w" for="ch" forName="txNode" refType="w" refFor="ch" refForName="imagSh"/>
              <dgm:constr type="t" for="ch" forName="txNode" refType="h" refFor="ch" refForName="imagSh" fact="0.6"/>
              <dgm:constr type="h" for="ch" forName="txNode" refType="h" refFor="ch" refForName="imagSh"/>
            </dgm:constrLst>
          </dgm:if>
          <dgm:else name="Name7">
            <dgm:constrLst>
              <dgm:constr type="l" for="ch" forName="imagSh" refType="w" fact="0.14"/>
              <dgm:constr type="w" for="ch" forName="imagSh" refType="w" fact="0.86"/>
              <dgm:constr type="t" for="ch" forName="imagSh"/>
              <dgm:constr type="h" for="ch" forName="imagSh" refType="w" refFor="ch" refForName="imagSh"/>
              <dgm:constr type="l" for="ch" forName="txNode"/>
              <dgm:constr type="w" for="ch" forName="txNode" refType="w" refFor="ch" refForName="imagSh"/>
              <dgm:constr type="t" for="ch" forName="txNode" refType="h" refFor="ch" refForName="imagSh" fact="0.6"/>
              <dgm:constr type="h" for="ch" forName="txNode" refType="h" refFor="ch" refForName="imagSh"/>
            </dgm:constrLst>
          </dgm:else>
        </dgm:choose>
        <dgm:ruleLst/>
        <dgm:layoutNode name="imagSh" styleLbl="bgImgPlace1">
          <dgm:alg type="sp"/>
          <dgm:shape xmlns:r="http://schemas.openxmlformats.org/officeDocument/2006/relationships" type="roundRect" r:blip="" blipPhldr="1">
            <dgm:adjLst>
              <dgm:adj idx="1" val="0.1"/>
            </dgm:adjLst>
          </dgm:shape>
          <dgm:presOf/>
          <dgm:constrLst/>
          <dgm:ruleLst/>
        </dgm:layoutNode>
        <dgm:layoutNode name="tx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  <dgm:param type="srcNode" val="imagSh"/>
            <dgm:param type="dstNode" val="imagSh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35"/>
            <dgm:constr type="endPad" refType="connDist" fact="0.3"/>
          </dgm:constrLst>
          <dgm:ruleLst/>
          <dgm:layoutNode name="connTx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589D17-B5DF-C1CE-ECFF-5BCDF9CE92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AA46F7-7E12-11C1-FD9E-5207C3EF4D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DBE474-3573-1E62-BF6C-BD3B2DF77D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8DA1D-4121-43A3-AC6F-392BC9F4AD24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921774-517C-686C-90E7-3EE627AAE4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1FBDBE-EE00-FD2F-6F3D-C7517F6D14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F918B1-65AE-4DB0-8E65-897A87FB92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21084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07A82-867B-4607-ECA7-17112D7F73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588A63-EC95-9BB8-6A35-83EAACAB54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95D9FF-E068-191A-7480-980297F2F9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8DA1D-4121-43A3-AC6F-392BC9F4AD24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8CB40F-9FF1-931E-C636-68D3AE4259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5B20ED-B54A-89BD-56B7-7006EE5939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F918B1-65AE-4DB0-8E65-897A87FB92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1498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BCC3B6-49BF-C7D9-7322-E7DA757E1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E24202-B670-8381-93D6-FCC31583FE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0E5849-FD32-B0CC-F577-DB1B39763A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8DA1D-4121-43A3-AC6F-392BC9F4AD24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AE0602-5477-01D7-841F-85C4E887DA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8AAE30-8248-D796-5170-9B52342E98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F918B1-65AE-4DB0-8E65-897A87FB92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05028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BDDAC-897F-C9CB-48CD-352A2D7AFD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AA2631-2032-E005-06DF-B13BF58388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A05BF8-58A6-012E-9017-1C87A6BA5B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905A22-7B86-04D0-055D-32D9D79CB7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8DA1D-4121-43A3-AC6F-392BC9F4AD24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DC7EEC-FFA1-7DEF-E412-B5F009C12B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C3C798-F5A4-C073-B321-76F5D89446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F918B1-65AE-4DB0-8E65-897A87FB92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29966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C3BDD5-4D0B-5932-66B3-B12B2914CB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F374BB-D3CC-86AB-2480-D9D332AC48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82A721-23D4-41FD-8C68-C784337344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2C5D60-E66E-0CFF-E277-6C837469AC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BD60D9D-4BA1-F9CC-02B2-39DB51245C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BEF6C55-24EA-9865-8DED-9D12B1B680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8DA1D-4121-43A3-AC6F-392BC9F4AD24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96D2EB-3224-D177-2D33-1A2E453C36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EABAFA8-EA90-D111-2510-66D957E36B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F918B1-65AE-4DB0-8E65-897A87FB92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65758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2CA566-E2A8-284C-70FC-19BFBB3DDF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D9BA263-9228-287B-B55C-A6832A7539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8DA1D-4121-43A3-AC6F-392BC9F4AD24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6883FA-5F9D-1A54-A898-746B968C1C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449D2E-5E89-6546-917B-A3CFAB65C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F918B1-65AE-4DB0-8E65-897A87FB92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67897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B04BBB4-0B57-B8B2-49C7-BC65514918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8DA1D-4121-43A3-AC6F-392BC9F4AD24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3125A0B-0919-3E86-AB47-3467D8B9BD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C3CC06-D635-E48D-59FD-EE51C5B34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F918B1-65AE-4DB0-8E65-897A87FB92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38867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F7D597-7EF1-6822-088B-3AEDDD2726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CC2052-22CA-90E2-23A7-8B0429D0E7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818977-7A8C-E54B-C69D-C13E1458FA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A1BA9E-8253-394C-3A38-7A8EFA7B4E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8DA1D-4121-43A3-AC6F-392BC9F4AD24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E077AC-96BA-AD62-C8E5-9FFF351B72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4B876B-2827-D824-7E52-039566A64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F918B1-65AE-4DB0-8E65-897A87FB92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17092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EE0DD2-DF03-AC2B-DEC6-25F410E7D7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38B53BC-52D1-5CAB-9624-05D24044ACD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21DE50-DC4A-3035-FDA7-FB1F31854E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854EC8-2AA3-DF48-21D3-77F44FCDDE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8DA1D-4121-43A3-AC6F-392BC9F4AD24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862EFA-654B-2EAC-03FF-4CBE32A1FE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3C6243-C325-4F4E-A0CC-F60C33965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F918B1-65AE-4DB0-8E65-897A87FB92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69833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72007B-F136-BDF0-9980-D293603D44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40A307-BC37-2362-33C6-29718096AB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C50CB1-5942-EF1A-76F7-2F07AB35C6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8DA1D-4121-43A3-AC6F-392BC9F4AD24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935C2E-6F67-B6F5-86CE-C82008E11D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978F6A-503E-9B50-9630-D37B99725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F918B1-65AE-4DB0-8E65-897A87FB92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66676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3121D74-2EBF-576A-400F-1B1A142D4B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D9F977-25C5-B730-4801-B39003A025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E86312-B504-B92F-976D-4880DCA1BE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8DA1D-4121-43A3-AC6F-392BC9F4AD24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9669E7-3BB2-FF68-7BDF-4F13BE55FB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D12385-DFFD-1E83-60F2-ED027D24B2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F918B1-65AE-4DB0-8E65-897A87FB92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96446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5000"/>
                <a:lumOff val="95000"/>
              </a:schemeClr>
            </a:gs>
            <a:gs pos="74000">
              <a:schemeClr val="accent5">
                <a:lumMod val="45000"/>
                <a:lumOff val="55000"/>
              </a:schemeClr>
            </a:gs>
            <a:gs pos="83000">
              <a:schemeClr val="accent5">
                <a:lumMod val="45000"/>
                <a:lumOff val="55000"/>
              </a:schemeClr>
            </a:gs>
            <a:gs pos="100000">
              <a:schemeClr val="accent5">
                <a:lumMod val="30000"/>
                <a:lumOff val="70000"/>
              </a:schemeClr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E59CEA1-291D-0EDC-97E8-B219A4F41D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F172D8-2D27-3502-4BA6-6C42B02406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950D0D-1E18-016E-8380-F505DE8883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98DA1D-4121-43A3-AC6F-392BC9F4AD24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E67194-5A4C-A17E-C8D3-5D5C7D6CC6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D198C1-A10E-6CB6-1F57-CA67B81886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F918B1-65AE-4DB0-8E65-897A87FB92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81095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eg"/><Relationship Id="rId3" Type="http://schemas.openxmlformats.org/officeDocument/2006/relationships/diagramLayout" Target="../diagrams/layout1.xml"/><Relationship Id="rId7" Type="http://schemas.openxmlformats.org/officeDocument/2006/relationships/image" Target="../media/image1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1027461-C6FC-22E3-B108-8BED3F629C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78351" y="2818614"/>
            <a:ext cx="7126664" cy="185816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Autofit/>
          </a:bodyPr>
          <a:lstStyle/>
          <a:p>
            <a:pPr lvl="5"/>
            <a:r>
              <a:rPr lang="en-IN" sz="2800" b="1" dirty="0">
                <a:latin typeface="Adobe Garamond Pro Bold" panose="02020702060506020403" pitchFamily="18" charset="0"/>
              </a:rPr>
              <a:t>Industry : E-commerce Retail</a:t>
            </a:r>
          </a:p>
          <a:p>
            <a:pPr lvl="5"/>
            <a:r>
              <a:rPr lang="en-IN" sz="2800" b="1" dirty="0">
                <a:latin typeface="Adobe Garamond Pro Bold" panose="02020702060506020403" pitchFamily="18" charset="0"/>
              </a:rPr>
              <a:t>Country  : Brazil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A87F8B8-285A-183F-8E46-DC11F32C95C6}"/>
              </a:ext>
            </a:extLst>
          </p:cNvPr>
          <p:cNvSpPr txBox="1"/>
          <p:nvPr/>
        </p:nvSpPr>
        <p:spPr>
          <a:xfrm>
            <a:off x="4991100" y="4762500"/>
            <a:ext cx="1838325" cy="38100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dirty="0">
                <a:latin typeface="Adobe Caslon Pro Bold" panose="0205070206050A020403" pitchFamily="18" charset="0"/>
              </a:rPr>
              <a:t>By-Neha Toppo</a:t>
            </a:r>
            <a:endParaRPr lang="en-IN" dirty="0">
              <a:latin typeface="Adobe Caslon Pro Bold" panose="0205070206050A020403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417B1F3-49CE-5140-22A0-E2BDE20FB5B5}"/>
              </a:ext>
            </a:extLst>
          </p:cNvPr>
          <p:cNvSpPr/>
          <p:nvPr/>
        </p:nvSpPr>
        <p:spPr>
          <a:xfrm>
            <a:off x="1002309" y="1190137"/>
            <a:ext cx="10375917" cy="92333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IN" sz="5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Adobe Garamond Pro Bold" panose="02020702060506020403" pitchFamily="18" charset="0"/>
              </a:rPr>
              <a:t>Brazilian </a:t>
            </a:r>
            <a:r>
              <a:rPr lang="en-IN" sz="5400" b="1" cap="none" spc="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Adobe Garamond Pro Bold" panose="02020702060506020403" pitchFamily="18" charset="0"/>
              </a:rPr>
              <a:t>Olist</a:t>
            </a:r>
            <a:r>
              <a:rPr lang="en-IN" sz="5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Adobe Garamond Pro Bold" panose="02020702060506020403" pitchFamily="18" charset="0"/>
              </a:rPr>
              <a:t> E-commerce analysis</a:t>
            </a:r>
            <a:endParaRPr lang="en-IN" sz="5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2643259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bg1">
              <a:lumMod val="7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33B68F-56FE-B3FE-D95C-6F6B1ABB15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6857" y="315964"/>
            <a:ext cx="10515600" cy="1325563"/>
          </a:xfrm>
        </p:spPr>
        <p:txBody>
          <a:bodyPr/>
          <a:lstStyle/>
          <a:p>
            <a:pPr algn="ctr"/>
            <a:r>
              <a:rPr lang="en-IN" b="1" dirty="0">
                <a:latin typeface="Algerian" panose="04020705040A02060702" pitchFamily="82" charset="0"/>
              </a:rPr>
              <a:t>Methodology</a:t>
            </a:r>
          </a:p>
        </p:txBody>
      </p:sp>
      <p:graphicFrame>
        <p:nvGraphicFramePr>
          <p:cNvPr id="10" name="Diagram 9">
            <a:extLst>
              <a:ext uri="{FF2B5EF4-FFF2-40B4-BE49-F238E27FC236}">
                <a16:creationId xmlns:a16="http://schemas.microsoft.com/office/drawing/2014/main" id="{7BEBB49D-CA55-9805-AFCD-01574175C47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75623228"/>
              </p:ext>
            </p:extLst>
          </p:nvPr>
        </p:nvGraphicFramePr>
        <p:xfrm>
          <a:off x="478502" y="1753387"/>
          <a:ext cx="5735484" cy="350677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23" name="Picture 22">
            <a:extLst>
              <a:ext uri="{FF2B5EF4-FFF2-40B4-BE49-F238E27FC236}">
                <a16:creationId xmlns:a16="http://schemas.microsoft.com/office/drawing/2014/main" id="{32E4EE4D-A1BD-33D3-AB6D-DA5FBC0BA20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909" y="1753388"/>
            <a:ext cx="1494502" cy="1058522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7DB1C2A3-8727-979A-0C45-76B96F0389F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6067" b="-6067"/>
          <a:stretch>
            <a:fillRect/>
          </a:stretch>
        </p:blipFill>
        <p:spPr>
          <a:xfrm>
            <a:off x="3947810" y="1537914"/>
            <a:ext cx="1296015" cy="1285603"/>
          </a:xfrm>
          <a:prstGeom prst="rect">
            <a:avLst/>
          </a:prstGeom>
        </p:spPr>
      </p:pic>
      <p:sp>
        <p:nvSpPr>
          <p:cNvPr id="28" name="Arrow: Right 27">
            <a:extLst>
              <a:ext uri="{FF2B5EF4-FFF2-40B4-BE49-F238E27FC236}">
                <a16:creationId xmlns:a16="http://schemas.microsoft.com/office/drawing/2014/main" id="{9AB7A6E6-C47C-4DBF-EB8A-C6C52267DF85}"/>
              </a:ext>
            </a:extLst>
          </p:cNvPr>
          <p:cNvSpPr/>
          <p:nvPr/>
        </p:nvSpPr>
        <p:spPr>
          <a:xfrm>
            <a:off x="6129337" y="2267353"/>
            <a:ext cx="498730" cy="276944"/>
          </a:xfrm>
          <a:prstGeom prst="rightArrow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Arrow: Right 31">
            <a:extLst>
              <a:ext uri="{FF2B5EF4-FFF2-40B4-BE49-F238E27FC236}">
                <a16:creationId xmlns:a16="http://schemas.microsoft.com/office/drawing/2014/main" id="{8AE2277C-FE2A-B84A-BE9F-C07603A1710A}"/>
              </a:ext>
            </a:extLst>
          </p:cNvPr>
          <p:cNvSpPr/>
          <p:nvPr/>
        </p:nvSpPr>
        <p:spPr>
          <a:xfrm>
            <a:off x="9058379" y="2208494"/>
            <a:ext cx="498730" cy="276944"/>
          </a:xfrm>
          <a:prstGeom prst="rightArrow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9" name="Rectangle: Diagonal Corners Snipped 38">
            <a:extLst>
              <a:ext uri="{FF2B5EF4-FFF2-40B4-BE49-F238E27FC236}">
                <a16:creationId xmlns:a16="http://schemas.microsoft.com/office/drawing/2014/main" id="{E9BFF597-807C-A64A-5965-DC8D428A8FC7}"/>
              </a:ext>
            </a:extLst>
          </p:cNvPr>
          <p:cNvSpPr/>
          <p:nvPr/>
        </p:nvSpPr>
        <p:spPr>
          <a:xfrm>
            <a:off x="6896555" y="1889590"/>
            <a:ext cx="1961050" cy="933927"/>
          </a:xfrm>
          <a:prstGeom prst="snip2Diag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0" name="Rectangle: Diagonal Corners Snipped 39">
            <a:extLst>
              <a:ext uri="{FF2B5EF4-FFF2-40B4-BE49-F238E27FC236}">
                <a16:creationId xmlns:a16="http://schemas.microsoft.com/office/drawing/2014/main" id="{F13E1BD1-B192-CABD-0233-48E2D4EC002C}"/>
              </a:ext>
            </a:extLst>
          </p:cNvPr>
          <p:cNvSpPr/>
          <p:nvPr/>
        </p:nvSpPr>
        <p:spPr>
          <a:xfrm>
            <a:off x="9802435" y="1877983"/>
            <a:ext cx="1961050" cy="933927"/>
          </a:xfrm>
          <a:prstGeom prst="snip2Diag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3F64B5F-8987-C210-36A6-716634E26DAE}"/>
              </a:ext>
            </a:extLst>
          </p:cNvPr>
          <p:cNvSpPr txBox="1"/>
          <p:nvPr/>
        </p:nvSpPr>
        <p:spPr>
          <a:xfrm>
            <a:off x="7379333" y="2192356"/>
            <a:ext cx="12066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bg1">
                    <a:lumMod val="95000"/>
                  </a:schemeClr>
                </a:solidFill>
                <a:latin typeface="Adobe Caslon Pro Bold" panose="0205070206050A020403" pitchFamily="18" charset="0"/>
              </a:rPr>
              <a:t>Insights</a:t>
            </a:r>
            <a:endParaRPr lang="en-IN" dirty="0">
              <a:solidFill>
                <a:schemeClr val="bg1">
                  <a:lumMod val="95000"/>
                </a:schemeClr>
              </a:solidFill>
              <a:latin typeface="Adobe Caslon Pro Bold" panose="0205070206050A020403" pitchFamily="18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711A311-3360-BE64-96AF-771C50DE6362}"/>
              </a:ext>
            </a:extLst>
          </p:cNvPr>
          <p:cNvSpPr txBox="1"/>
          <p:nvPr/>
        </p:nvSpPr>
        <p:spPr>
          <a:xfrm>
            <a:off x="9802436" y="2033387"/>
            <a:ext cx="19610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solidFill>
                  <a:schemeClr val="bg1">
                    <a:lumMod val="95000"/>
                  </a:schemeClr>
                </a:solidFill>
                <a:latin typeface="Adobe Caslon Pro Bold" panose="0205070206050A020403" pitchFamily="18" charset="0"/>
              </a:rPr>
              <a:t>Action recommendations</a:t>
            </a:r>
            <a:endParaRPr lang="en-IN" dirty="0">
              <a:solidFill>
                <a:schemeClr val="bg1">
                  <a:lumMod val="95000"/>
                </a:schemeClr>
              </a:solidFill>
              <a:latin typeface="Adobe Caslon Pro Bold" panose="0205070206050A0204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51000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C1D178-D414-7D5B-7A2F-27881CC3D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63B720-F1AC-29CB-9009-5FBA5C3E8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Algerian" panose="04020705040A02060702" pitchFamily="82" charset="0"/>
              </a:rPr>
              <a:t>objective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EB3E680-F3B8-20DE-CE0A-CB7E23002D7F}"/>
              </a:ext>
            </a:extLst>
          </p:cNvPr>
          <p:cNvSpPr txBox="1"/>
          <p:nvPr/>
        </p:nvSpPr>
        <p:spPr>
          <a:xfrm>
            <a:off x="1886857" y="1930400"/>
            <a:ext cx="7794171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b="1" dirty="0" err="1"/>
              <a:t>Analyze</a:t>
            </a:r>
            <a:r>
              <a:rPr lang="en-IN" sz="2800" b="1" dirty="0"/>
              <a:t> sales trends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8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b="1" dirty="0"/>
              <a:t>Delivery delay impact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8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b="1" dirty="0"/>
              <a:t>Region performance compare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8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b="1" dirty="0"/>
              <a:t>Identify top products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41008440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9FFB30-4445-8F66-D554-8CEAF97366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B173FB-2238-D723-7736-8ADC70D461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9800" y="249011"/>
            <a:ext cx="10515600" cy="1325563"/>
          </a:xfrm>
        </p:spPr>
        <p:txBody>
          <a:bodyPr/>
          <a:lstStyle/>
          <a:p>
            <a:pPr algn="ctr"/>
            <a:r>
              <a:rPr lang="en-IN" b="1" dirty="0">
                <a:latin typeface="Algerian" panose="04020705040A02060702" pitchFamily="82" charset="0"/>
              </a:rPr>
              <a:t>Business questions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2E061BA-7B2E-ABC1-AA7C-4709AC5614DA}"/>
              </a:ext>
            </a:extLst>
          </p:cNvPr>
          <p:cNvSpPr txBox="1"/>
          <p:nvPr/>
        </p:nvSpPr>
        <p:spPr>
          <a:xfrm>
            <a:off x="1277256" y="1915885"/>
            <a:ext cx="10178143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IN" sz="2800" dirty="0">
                <a:latin typeface="Adobe Garamond Pro Bold" panose="02020702060506020403" pitchFamily="18" charset="0"/>
              </a:rPr>
              <a:t>What is the  customer retention  rate?</a:t>
            </a:r>
          </a:p>
          <a:p>
            <a:pPr marL="342900" indent="-342900">
              <a:buFont typeface="+mj-lt"/>
              <a:buAutoNum type="arabicPeriod"/>
            </a:pPr>
            <a:endParaRPr lang="en-IN" sz="2800" dirty="0">
              <a:latin typeface="Adobe Garamond Pro Bold" panose="02020702060506020403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IN" sz="2800" dirty="0">
                <a:latin typeface="Adobe Garamond Pro Bold" panose="02020702060506020403" pitchFamily="18" charset="0"/>
              </a:rPr>
              <a:t>Does delivery delay impact customer retention?</a:t>
            </a:r>
          </a:p>
          <a:p>
            <a:pPr marL="342900" indent="-342900">
              <a:buFont typeface="+mj-lt"/>
              <a:buAutoNum type="arabicPeriod"/>
            </a:pPr>
            <a:endParaRPr lang="en-IN" sz="2800" dirty="0">
              <a:latin typeface="Adobe Garamond Pro Bold" panose="02020702060506020403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IN" sz="2800" dirty="0">
                <a:latin typeface="Adobe Garamond Pro Bold" panose="02020702060506020403" pitchFamily="18" charset="0"/>
              </a:rPr>
              <a:t>Identify top 10 states by customer count?</a:t>
            </a:r>
          </a:p>
          <a:p>
            <a:pPr marL="342900" indent="-342900">
              <a:buFont typeface="+mj-lt"/>
              <a:buAutoNum type="arabicPeriod"/>
            </a:pPr>
            <a:endParaRPr lang="en-IN" sz="2800" dirty="0">
              <a:latin typeface="Adobe Garamond Pro Bold" panose="02020702060506020403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IN" sz="2800" dirty="0">
                <a:latin typeface="Adobe Garamond Pro Bold" panose="02020702060506020403" pitchFamily="18" charset="0"/>
              </a:rPr>
              <a:t>Which region generates the highest revenue?</a:t>
            </a:r>
          </a:p>
          <a:p>
            <a:pPr marL="342900" indent="-342900">
              <a:buFont typeface="+mj-lt"/>
              <a:buAutoNum type="arabicPeriod"/>
            </a:pPr>
            <a:endParaRPr lang="en-IN" sz="2800" dirty="0">
              <a:latin typeface="Adobe Garamond Pro Bold" panose="02020702060506020403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IN" sz="2800" dirty="0">
                <a:latin typeface="Adobe Garamond Pro Bold" panose="02020702060506020403" pitchFamily="18" charset="0"/>
              </a:rPr>
              <a:t>Which product category contribute the most revenue?</a:t>
            </a:r>
          </a:p>
        </p:txBody>
      </p:sp>
    </p:spTree>
    <p:extLst>
      <p:ext uri="{BB962C8B-B14F-4D97-AF65-F5344CB8AC3E}">
        <p14:creationId xmlns:p14="http://schemas.microsoft.com/office/powerpoint/2010/main" val="34145113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D45665-0861-7377-79BE-51D1894CEA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latin typeface="Algerian" panose="04020705040A02060702" pitchFamily="82" charset="0"/>
              </a:rPr>
              <a:t>Dataset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D28419-08D2-57D3-73F0-20880BE5B20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endParaRPr lang="en-IN" sz="2400" dirty="0">
              <a:latin typeface="Adobe Caslon Pro Bold" panose="0205070206050A020403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IN" sz="2400" dirty="0">
              <a:latin typeface="Adobe Caslon Pro Bold" panose="0205070206050A020403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IN" sz="2400" dirty="0">
                <a:latin typeface="Adobe Caslon Pro Bold" panose="0205070206050A020403" pitchFamily="18" charset="0"/>
              </a:rPr>
              <a:t>Dataset source:     Kaggle</a:t>
            </a:r>
          </a:p>
          <a:p>
            <a:pPr>
              <a:buFont typeface="Wingdings" panose="05000000000000000000" pitchFamily="2" charset="2"/>
              <a:buChar char="Ø"/>
            </a:pPr>
            <a:endParaRPr lang="en-IN" sz="2400" dirty="0">
              <a:latin typeface="Adobe Caslon Pro Bold" panose="0205070206050A020403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IN" sz="2400" dirty="0" err="1">
                <a:latin typeface="Adobe Caslon Pro Bold" panose="0205070206050A020403" pitchFamily="18" charset="0"/>
              </a:rPr>
              <a:t>No.of</a:t>
            </a:r>
            <a:r>
              <a:rPr lang="en-IN" sz="2400" dirty="0">
                <a:latin typeface="Adobe Caslon Pro Bold" panose="0205070206050A020403" pitchFamily="18" charset="0"/>
              </a:rPr>
              <a:t> Tables :    8 </a:t>
            </a:r>
          </a:p>
          <a:p>
            <a:pPr>
              <a:buFont typeface="Wingdings" panose="05000000000000000000" pitchFamily="2" charset="2"/>
              <a:buChar char="Ø"/>
            </a:pPr>
            <a:endParaRPr lang="en-IN" sz="2400" dirty="0">
              <a:latin typeface="Adobe Caslon Pro Bold" panose="0205070206050A020403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IN" sz="2400" dirty="0">
                <a:latin typeface="Adobe Caslon Pro Bold" panose="0205070206050A020403" pitchFamily="18" charset="0"/>
              </a:rPr>
              <a:t>Time period:    Sep 2016-Sep 2018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28EBD4D7-306B-3089-562E-F30C68C533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674176" y="1825625"/>
            <a:ext cx="4679623" cy="4351338"/>
          </a:xfrm>
        </p:spPr>
        <p:txBody>
          <a:bodyPr/>
          <a:lstStyle/>
          <a:p>
            <a:pPr marL="0" indent="0" fontAlgn="t">
              <a:buNone/>
            </a:pPr>
            <a:r>
              <a:rPr lang="en-IN" sz="2400" b="1" dirty="0">
                <a:latin typeface="Adobe Garamond Pro Bold" panose="02020702060506020403" pitchFamily="18" charset="0"/>
              </a:rPr>
              <a:t>Important columns:</a:t>
            </a:r>
          </a:p>
          <a:p>
            <a:pPr marL="0" indent="0" fontAlgn="t">
              <a:buNone/>
            </a:pPr>
            <a:endParaRPr lang="en-IN" sz="2400" dirty="0">
              <a:latin typeface="Adobe Garamond Pro Bold" panose="02020702060506020403" pitchFamily="18" charset="0"/>
            </a:endParaRPr>
          </a:p>
          <a:p>
            <a:r>
              <a:rPr lang="en-IN" sz="2400" dirty="0">
                <a:latin typeface="Adobe Caslon Pro Bold" panose="0205070206050A020403" pitchFamily="18" charset="0"/>
              </a:rPr>
              <a:t>Order id</a:t>
            </a:r>
          </a:p>
          <a:p>
            <a:r>
              <a:rPr lang="en-IN" sz="2400" dirty="0">
                <a:latin typeface="Adobe Caslon Pro Bold" panose="0205070206050A020403" pitchFamily="18" charset="0"/>
              </a:rPr>
              <a:t>Price</a:t>
            </a:r>
          </a:p>
          <a:p>
            <a:r>
              <a:rPr lang="en-IN" sz="2400" dirty="0">
                <a:latin typeface="Adobe Caslon Pro Bold" panose="0205070206050A020403" pitchFamily="18" charset="0"/>
              </a:rPr>
              <a:t>Order date</a:t>
            </a:r>
          </a:p>
          <a:p>
            <a:r>
              <a:rPr lang="en-IN" sz="2400" dirty="0">
                <a:latin typeface="Adobe Caslon Pro Bold" panose="0205070206050A020403" pitchFamily="18" charset="0"/>
              </a:rPr>
              <a:t>Delivery date</a:t>
            </a:r>
          </a:p>
          <a:p>
            <a:r>
              <a:rPr lang="en-IN" sz="2400" dirty="0">
                <a:latin typeface="Adobe Caslon Pro Bold" panose="0205070206050A020403" pitchFamily="18" charset="0"/>
              </a:rPr>
              <a:t>Product category</a:t>
            </a:r>
          </a:p>
          <a:p>
            <a:r>
              <a:rPr lang="en-IN" sz="2400" dirty="0">
                <a:latin typeface="Adobe Caslon Pro Bold" panose="0205070206050A020403" pitchFamily="18" charset="0"/>
              </a:rPr>
              <a:t>Customer state</a:t>
            </a:r>
          </a:p>
          <a:p>
            <a:endParaRPr lang="en-IN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C25BD1C2-9F32-8265-812B-06B3373EF151}"/>
              </a:ext>
            </a:extLst>
          </p:cNvPr>
          <p:cNvSpPr/>
          <p:nvPr/>
        </p:nvSpPr>
        <p:spPr>
          <a:xfrm>
            <a:off x="838200" y="2026763"/>
            <a:ext cx="4959285" cy="3506771"/>
          </a:xfrm>
          <a:prstGeom prst="round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71668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62BF59-9283-8BE1-76FE-BE1765D686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4FED4A-CA4E-6BD8-1839-E950C03650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Algerian" panose="04020705040A02060702" pitchFamily="82" charset="0"/>
              </a:rPr>
              <a:t>feature engineering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62562A2-4B55-D784-F125-5B2C1CAF7940}"/>
              </a:ext>
            </a:extLst>
          </p:cNvPr>
          <p:cNvSpPr txBox="1"/>
          <p:nvPr/>
        </p:nvSpPr>
        <p:spPr>
          <a:xfrm>
            <a:off x="1703259" y="1690688"/>
            <a:ext cx="9240514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latin typeface="Adobe Caslon Pro Bold" panose="0205070206050A020403" pitchFamily="18" charset="0"/>
              </a:rPr>
              <a:t>Created new columns:</a:t>
            </a:r>
          </a:p>
          <a:p>
            <a:pPr marL="3200400" lvl="6" indent="-457200">
              <a:buFont typeface="Arial" panose="020B0604020202020204" pitchFamily="34" charset="0"/>
              <a:buChar char="•"/>
            </a:pPr>
            <a:endParaRPr lang="en-IN" sz="3200" dirty="0">
              <a:latin typeface="Adobe Caslon Pro Bold" panose="0205070206050A020403" pitchFamily="18" charset="0"/>
            </a:endParaRPr>
          </a:p>
          <a:p>
            <a:pPr lvl="6"/>
            <a:r>
              <a:rPr lang="en-IN" sz="3200" dirty="0" err="1">
                <a:latin typeface="Adobe Caslon Pro Bold" panose="0205070206050A020403" pitchFamily="18" charset="0"/>
              </a:rPr>
              <a:t>delivery_days</a:t>
            </a:r>
            <a:r>
              <a:rPr lang="en-IN" sz="3200" dirty="0">
                <a:latin typeface="Adobe Caslon Pro Bold" panose="0205070206050A020403" pitchFamily="18" charset="0"/>
              </a:rPr>
              <a:t>  </a:t>
            </a:r>
          </a:p>
          <a:p>
            <a:pPr marL="3200400" lvl="6" indent="-457200">
              <a:buFont typeface="Arial" panose="020B0604020202020204" pitchFamily="34" charset="0"/>
              <a:buChar char="•"/>
            </a:pPr>
            <a:endParaRPr lang="en-IN" sz="3200" dirty="0">
              <a:latin typeface="Adobe Caslon Pro Bold" panose="0205070206050A020403" pitchFamily="18" charset="0"/>
            </a:endParaRPr>
          </a:p>
          <a:p>
            <a:pPr lvl="6"/>
            <a:r>
              <a:rPr lang="en-IN" sz="3200" dirty="0" err="1">
                <a:latin typeface="Adobe Caslon Pro Bold" panose="0205070206050A020403" pitchFamily="18" charset="0"/>
              </a:rPr>
              <a:t>Repeat_customer</a:t>
            </a:r>
            <a:r>
              <a:rPr lang="en-IN" sz="3200" dirty="0">
                <a:latin typeface="Adobe Caslon Pro Bold" panose="0205070206050A020403" pitchFamily="18" charset="0"/>
              </a:rPr>
              <a:t> </a:t>
            </a:r>
          </a:p>
          <a:p>
            <a:pPr marL="3200400" lvl="6" indent="-457200">
              <a:buFont typeface="Arial" panose="020B0604020202020204" pitchFamily="34" charset="0"/>
              <a:buChar char="•"/>
            </a:pPr>
            <a:endParaRPr lang="en-IN" sz="3200" dirty="0">
              <a:latin typeface="Adobe Caslon Pro Bold" panose="0205070206050A020403" pitchFamily="18" charset="0"/>
            </a:endParaRPr>
          </a:p>
          <a:p>
            <a:pPr lvl="6"/>
            <a:r>
              <a:rPr lang="en-IN" sz="3200" dirty="0" err="1">
                <a:latin typeface="Adobe Caslon Pro Bold" panose="0205070206050A020403" pitchFamily="18" charset="0"/>
              </a:rPr>
              <a:t>is_delayed</a:t>
            </a:r>
            <a:r>
              <a:rPr lang="en-IN" sz="3200" dirty="0">
                <a:latin typeface="Adobe Caslon Pro Bold" panose="0205070206050A020403" pitchFamily="18" charset="0"/>
              </a:rPr>
              <a:t> </a:t>
            </a:r>
          </a:p>
          <a:p>
            <a:pPr marL="3200400" lvl="6" indent="-457200">
              <a:buFont typeface="Arial" panose="020B0604020202020204" pitchFamily="34" charset="0"/>
              <a:buChar char="•"/>
            </a:pPr>
            <a:endParaRPr lang="en-IN" sz="3200" dirty="0">
              <a:latin typeface="Adobe Caslon Pro Bold" panose="0205070206050A020403" pitchFamily="18" charset="0"/>
            </a:endParaRPr>
          </a:p>
          <a:p>
            <a:pPr lvl="6"/>
            <a:r>
              <a:rPr lang="en-IN" sz="3200" dirty="0">
                <a:latin typeface="Adobe Caslon Pro Bold" panose="0205070206050A020403" pitchFamily="18" charset="0"/>
              </a:rPr>
              <a:t>region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2800" dirty="0">
              <a:latin typeface="Adobe Caslon Pro Bold" panose="0205070206050A020403" pitchFamily="18" charset="0"/>
            </a:endParaRPr>
          </a:p>
          <a:p>
            <a:endParaRPr lang="en-IN" sz="2400" dirty="0">
              <a:latin typeface="Adobe Caslon Pro Bold" panose="0205070206050A0204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83983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A5BFEB-67CC-76A1-5FA7-556A0320E3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B58AB0-1520-3C07-932A-709F1D6163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9800" y="249011"/>
            <a:ext cx="10515600" cy="1325563"/>
          </a:xfrm>
        </p:spPr>
        <p:txBody>
          <a:bodyPr/>
          <a:lstStyle/>
          <a:p>
            <a:pPr algn="ctr"/>
            <a:r>
              <a:rPr lang="en-IN" b="1" dirty="0">
                <a:latin typeface="Algerian" panose="04020705040A02060702" pitchFamily="82" charset="0"/>
              </a:rPr>
              <a:t>KPI’s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802518-4425-9CBD-3BAC-58E7836B62A1}"/>
              </a:ext>
            </a:extLst>
          </p:cNvPr>
          <p:cNvSpPr txBox="1"/>
          <p:nvPr/>
        </p:nvSpPr>
        <p:spPr>
          <a:xfrm>
            <a:off x="1725105" y="2167116"/>
            <a:ext cx="2950589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latin typeface="Adobe Caslon Pro Bold" panose="0205070206050A020403" pitchFamily="18" charset="0"/>
              </a:rPr>
              <a:t>TOTAL ORDERS</a:t>
            </a:r>
          </a:p>
          <a:p>
            <a:pPr algn="ctr"/>
            <a:r>
              <a:rPr lang="en-IN" sz="2800" b="1" dirty="0">
                <a:solidFill>
                  <a:schemeClr val="accent6">
                    <a:lumMod val="50000"/>
                  </a:schemeClr>
                </a:solidFill>
              </a:rPr>
              <a:t>11.02K</a:t>
            </a:r>
          </a:p>
          <a:p>
            <a:pPr algn="ctr"/>
            <a:endParaRPr lang="en-IN" sz="2400" b="1" dirty="0">
              <a:latin typeface="Adobe Caslon Pro Bold" panose="0205070206050A020403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04FBE1-CACD-E0BC-B3E5-4B1240BE5188}"/>
              </a:ext>
            </a:extLst>
          </p:cNvPr>
          <p:cNvSpPr txBox="1"/>
          <p:nvPr/>
        </p:nvSpPr>
        <p:spPr>
          <a:xfrm>
            <a:off x="1632408" y="3932782"/>
            <a:ext cx="2950589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latin typeface="Adobe Caslon Pro Bold" panose="0205070206050A020403" pitchFamily="18" charset="0"/>
              </a:rPr>
              <a:t>TOTAL CUSTOMER</a:t>
            </a:r>
          </a:p>
          <a:p>
            <a:pPr algn="ctr"/>
            <a:r>
              <a:rPr lang="en-IN" sz="2800" b="1" dirty="0">
                <a:solidFill>
                  <a:schemeClr val="accent6">
                    <a:lumMod val="50000"/>
                  </a:schemeClr>
                </a:solidFill>
              </a:rPr>
              <a:t>96096</a:t>
            </a:r>
          </a:p>
          <a:p>
            <a:pPr algn="ctr"/>
            <a:endParaRPr lang="en-IN" sz="2400" b="1" dirty="0">
              <a:latin typeface="Adobe Caslon Pro Bold" panose="0205070206050A020403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768BAE2-147A-CE3E-CB97-8AF8819CBD95}"/>
              </a:ext>
            </a:extLst>
          </p:cNvPr>
          <p:cNvSpPr txBox="1"/>
          <p:nvPr/>
        </p:nvSpPr>
        <p:spPr>
          <a:xfrm>
            <a:off x="6716074" y="3932782"/>
            <a:ext cx="2950589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dirty="0">
                <a:latin typeface="Adobe Caslon Pro Bold" panose="0205070206050A020403" pitchFamily="18" charset="0"/>
              </a:rPr>
              <a:t>AOV</a:t>
            </a:r>
          </a:p>
          <a:p>
            <a:pPr algn="ctr"/>
            <a:r>
              <a:rPr lang="en-IN" sz="2800" b="1" dirty="0">
                <a:solidFill>
                  <a:schemeClr val="accent6">
                    <a:lumMod val="50000"/>
                  </a:schemeClr>
                </a:solidFill>
              </a:rPr>
              <a:t>119.98</a:t>
            </a:r>
          </a:p>
          <a:p>
            <a:pPr algn="ctr"/>
            <a:endParaRPr lang="en-IN" sz="2400" b="1" dirty="0">
              <a:latin typeface="Adobe Caslon Pro Bold" panose="0205070206050A020403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D07156B-4E57-51D8-5ACD-B07A6C1EEBFF}"/>
              </a:ext>
            </a:extLst>
          </p:cNvPr>
          <p:cNvSpPr txBox="1"/>
          <p:nvPr/>
        </p:nvSpPr>
        <p:spPr>
          <a:xfrm>
            <a:off x="6716074" y="2167116"/>
            <a:ext cx="2950589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latin typeface="Adobe Caslon Pro Bold" panose="0205070206050A020403" pitchFamily="18" charset="0"/>
              </a:rPr>
              <a:t>TOTAL SALE</a:t>
            </a:r>
          </a:p>
          <a:p>
            <a:pPr algn="ctr"/>
            <a:r>
              <a:rPr lang="en-IN" sz="2800" b="1" dirty="0">
                <a:solidFill>
                  <a:schemeClr val="accent6">
                    <a:lumMod val="50000"/>
                  </a:schemeClr>
                </a:solidFill>
              </a:rPr>
              <a:t>13.22M</a:t>
            </a:r>
          </a:p>
          <a:p>
            <a:pPr algn="ctr"/>
            <a:endParaRPr lang="en-IN" sz="2400" b="1" dirty="0">
              <a:latin typeface="Adobe Caslon Pro Bold" panose="0205070206050A0204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82979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3BBD9-4035-5D80-6345-4D5A6F34DB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4924" y="1238250"/>
            <a:ext cx="4291258" cy="1600200"/>
          </a:xfrm>
        </p:spPr>
        <p:txBody>
          <a:bodyPr>
            <a:normAutofit/>
          </a:bodyPr>
          <a:lstStyle/>
          <a:p>
            <a:r>
              <a:rPr lang="en-IN" dirty="0">
                <a:latin typeface="Adobe Garamond Pro Bold" panose="02020702060506020403" pitchFamily="18" charset="0"/>
              </a:rPr>
              <a:t>What is the  customer retention  rate?</a:t>
            </a:r>
            <a:br>
              <a:rPr lang="en-IN" dirty="0">
                <a:latin typeface="Adobe Garamond Pro Bold" panose="02020702060506020403" pitchFamily="18" charset="0"/>
              </a:rPr>
            </a:br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3E57B3-0FB8-A75C-F997-00DFC48EA9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54924" y="2676524"/>
            <a:ext cx="3932236" cy="3525781"/>
          </a:xfrm>
        </p:spPr>
        <p:txBody>
          <a:bodyPr>
            <a:normAutofit/>
          </a:bodyPr>
          <a:lstStyle/>
          <a:p>
            <a:pPr algn="just"/>
            <a:r>
              <a:rPr lang="en-IN" sz="2800" b="1" dirty="0"/>
              <a:t>Insights:</a:t>
            </a:r>
          </a:p>
          <a:p>
            <a:pPr algn="just"/>
            <a:endParaRPr lang="en-IN" sz="2800" dirty="0"/>
          </a:p>
          <a:p>
            <a:r>
              <a:rPr lang="en-IN" sz="2800" dirty="0">
                <a:latin typeface="Adobe Caslon Pro" panose="0205050205050A020403" pitchFamily="18" charset="0"/>
              </a:rPr>
              <a:t>New customer has increases over the months while repeat customer line is inflated. </a:t>
            </a:r>
            <a:endParaRPr lang="en-IN" dirty="0">
              <a:latin typeface="Adobe Caslon Pro" panose="0205050205050A020403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8F34037-6D08-DE5B-37F0-2712427C24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7160" y="895014"/>
            <a:ext cx="7328033" cy="5307291"/>
          </a:xfrm>
          <a:prstGeom prst="rect">
            <a:avLst/>
          </a:prstGeom>
          <a:effectLst>
            <a:glow rad="228600">
              <a:schemeClr val="accent3">
                <a:satMod val="175000"/>
                <a:alpha val="40000"/>
              </a:schemeClr>
            </a:glow>
          </a:effec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5B58D66-68E4-4056-7DF9-7307BDD8FFEB}"/>
              </a:ext>
            </a:extLst>
          </p:cNvPr>
          <p:cNvSpPr txBox="1"/>
          <p:nvPr/>
        </p:nvSpPr>
        <p:spPr>
          <a:xfrm>
            <a:off x="697799" y="582776"/>
            <a:ext cx="3152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Adobe Caslon Pro Bold" panose="0205070206050A020403" pitchFamily="18" charset="0"/>
              </a:rPr>
              <a:t>Customer segmentation</a:t>
            </a:r>
            <a:endParaRPr lang="en-IN" dirty="0">
              <a:solidFill>
                <a:schemeClr val="accent1">
                  <a:lumMod val="50000"/>
                </a:schemeClr>
              </a:solidFill>
              <a:latin typeface="Adobe Caslon Pro Bold" panose="0205070206050A0204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25094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73FF16-3AF8-6FAD-7302-974759914A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42025D-DEC1-CC4B-3482-6A85B1E364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493" y="942975"/>
            <a:ext cx="10473178" cy="692870"/>
          </a:xfrm>
        </p:spPr>
        <p:txBody>
          <a:bodyPr/>
          <a:lstStyle/>
          <a:p>
            <a:r>
              <a:rPr lang="en-IN" dirty="0">
                <a:latin typeface="Adobe Garamond Pro Bold" panose="02020702060506020403" pitchFamily="18" charset="0"/>
              </a:rPr>
              <a:t>2.Does delivery delay impact customer retention?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2CCF715-F0B8-166D-E849-AA3765992B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3082" y="3445478"/>
            <a:ext cx="5992588" cy="1675462"/>
          </a:xfrm>
          <a:prstGeom prst="rect">
            <a:avLst/>
          </a:prstGeom>
          <a:effectLst>
            <a:glow rad="228600">
              <a:schemeClr val="accent3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/>
          </a:sp3d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06E4321-403D-7302-458B-A38C78E699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71749"/>
            <a:ext cx="4256087" cy="3422921"/>
          </a:xfrm>
        </p:spPr>
        <p:txBody>
          <a:bodyPr/>
          <a:lstStyle/>
          <a:p>
            <a:r>
              <a:rPr lang="en-IN" sz="2800" b="1" dirty="0">
                <a:latin typeface="Adobe Caslon Pro" panose="0205050205050A020403" pitchFamily="18" charset="0"/>
              </a:rPr>
              <a:t>Insights:</a:t>
            </a:r>
          </a:p>
          <a:p>
            <a:endParaRPr lang="en-IN" sz="2800" dirty="0"/>
          </a:p>
          <a:p>
            <a:r>
              <a:rPr lang="en-IN" sz="2800" dirty="0">
                <a:latin typeface="Adobe Caslon Pro" panose="0205050205050A020403" pitchFamily="18" charset="0"/>
              </a:rPr>
              <a:t>Delayed deliveries reduced  repeat customer rate, indicating the risk of increase on customer churn.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215317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ECAE31-0109-710C-D988-881AABACB0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EC97AE-2788-BAF0-AD9D-872FEA2D49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968" y="1133475"/>
            <a:ext cx="5129457" cy="692870"/>
          </a:xfrm>
        </p:spPr>
        <p:txBody>
          <a:bodyPr>
            <a:normAutofit fontScale="90000"/>
          </a:bodyPr>
          <a:lstStyle/>
          <a:p>
            <a:r>
              <a:rPr lang="en-IN" dirty="0">
                <a:latin typeface="Adobe Garamond Pro Bold" panose="02020702060506020403" pitchFamily="18" charset="0"/>
              </a:rPr>
              <a:t>3.Identify top 10 states by customer count?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3CA2CB2-1849-33E0-85D6-47399CAF33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7585" y="2495550"/>
            <a:ext cx="3808428" cy="3499121"/>
          </a:xfrm>
        </p:spPr>
        <p:txBody>
          <a:bodyPr>
            <a:normAutofit/>
          </a:bodyPr>
          <a:lstStyle/>
          <a:p>
            <a:r>
              <a:rPr lang="en-IN" sz="2800" b="1" dirty="0"/>
              <a:t>Insights:</a:t>
            </a:r>
          </a:p>
          <a:p>
            <a:endParaRPr lang="en-IN" sz="2800" dirty="0"/>
          </a:p>
          <a:p>
            <a:r>
              <a:rPr lang="en-IN" sz="2800" dirty="0">
                <a:latin typeface="Adobe Caslon Pro" panose="0205050205050A020403" pitchFamily="18" charset="0"/>
              </a:rPr>
              <a:t>Sao Paulo has highest customer, followed by Rio de Janeiro and Minas Gerais</a:t>
            </a:r>
            <a:endParaRPr lang="en-IN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661F3D4-2F21-1FFB-F955-F0DD274A8F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7725" y="871960"/>
            <a:ext cx="6977307" cy="5513363"/>
          </a:xfrm>
          <a:prstGeom prst="rect">
            <a:avLst/>
          </a:prstGeom>
          <a:effectLst>
            <a:glow rad="228600">
              <a:schemeClr val="accent3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/>
          </a:sp3d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02F849D-EDB1-ACE9-3CEB-64ACFE2474A4}"/>
              </a:ext>
            </a:extLst>
          </p:cNvPr>
          <p:cNvSpPr txBox="1"/>
          <p:nvPr/>
        </p:nvSpPr>
        <p:spPr>
          <a:xfrm>
            <a:off x="697585" y="400050"/>
            <a:ext cx="3960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Adobe Caslon Pro Bold" panose="0205070206050A020403" pitchFamily="18" charset="0"/>
              </a:rPr>
              <a:t>Highest customer by state</a:t>
            </a:r>
            <a:endParaRPr lang="en-IN" dirty="0">
              <a:solidFill>
                <a:schemeClr val="accent1">
                  <a:lumMod val="75000"/>
                </a:schemeClr>
              </a:solidFill>
              <a:latin typeface="Adobe Caslon Pro Bold" panose="0205070206050A0204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94494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B3C0EF-90E1-224A-45AE-01D6B64F83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EA6408-1A5A-A83D-F6A3-63FB25E39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768" y="141401"/>
            <a:ext cx="8043800" cy="1726727"/>
          </a:xfrm>
        </p:spPr>
        <p:txBody>
          <a:bodyPr>
            <a:normAutofit/>
          </a:bodyPr>
          <a:lstStyle/>
          <a:p>
            <a:r>
              <a:rPr lang="en-IN" dirty="0">
                <a:latin typeface="Adobe Garamond Pro Bold" panose="02020702060506020403" pitchFamily="18" charset="0"/>
              </a:rPr>
              <a:t>4. Which region generates the highest revenue?</a:t>
            </a:r>
            <a:br>
              <a:rPr lang="en-IN" dirty="0">
                <a:latin typeface="Adobe Garamond Pro Bold" panose="02020702060506020403" pitchFamily="18" charset="0"/>
              </a:rPr>
            </a:br>
            <a:endParaRPr lang="en-IN" dirty="0">
              <a:latin typeface="Adobe Garamond Pro Bold" panose="02020702060506020403" pitchFamily="18" charset="0"/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291BD49-BC52-1109-FE2A-54CEFE3B49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-2243579" y="1545996"/>
            <a:ext cx="6146985" cy="4028893"/>
          </a:xfrm>
        </p:spPr>
        <p:txBody>
          <a:bodyPr>
            <a:normAutofit/>
          </a:bodyPr>
          <a:lstStyle/>
          <a:p>
            <a:pPr lvl="6"/>
            <a:endParaRPr lang="en-IN" sz="2400" b="1" dirty="0"/>
          </a:p>
          <a:p>
            <a:pPr lvl="6"/>
            <a:r>
              <a:rPr lang="en-IN" sz="2400" b="1" dirty="0">
                <a:latin typeface="Adobe Caslon Pro" panose="0205050205050A020403" pitchFamily="18" charset="0"/>
              </a:rPr>
              <a:t>Insights:</a:t>
            </a:r>
          </a:p>
          <a:p>
            <a:pPr lvl="6"/>
            <a:endParaRPr lang="en-IN" sz="2400" dirty="0"/>
          </a:p>
          <a:p>
            <a:pPr lvl="6"/>
            <a:r>
              <a:rPr lang="en-IN" sz="2600" dirty="0">
                <a:latin typeface="Adobe Caslon Pro" panose="0205050205050A020403" pitchFamily="18" charset="0"/>
              </a:rPr>
              <a:t>Region South-East dominates with 65.38% impact of total revenue, North and Central-West combined has less than 10% impact on total revenue. </a:t>
            </a:r>
            <a:endParaRPr lang="en-IN" sz="2800" dirty="0"/>
          </a:p>
          <a:p>
            <a:endParaRPr lang="en-IN"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33540D6-8D5E-D89D-E83A-7C6EFC665E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9249" y="1545996"/>
            <a:ext cx="7093446" cy="4471346"/>
          </a:xfrm>
          <a:prstGeom prst="rect">
            <a:avLst/>
          </a:prstGeom>
          <a:effectLst>
            <a:glow rad="228600">
              <a:schemeClr val="accent3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/>
          </a:sp3d>
        </p:spPr>
      </p:pic>
    </p:spTree>
    <p:extLst>
      <p:ext uri="{BB962C8B-B14F-4D97-AF65-F5344CB8AC3E}">
        <p14:creationId xmlns:p14="http://schemas.microsoft.com/office/powerpoint/2010/main" val="27401466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05A4EA-ED58-2424-85A2-3642266EEF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D24234-416E-5AE6-5F79-FE29D9EB62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768" y="457200"/>
            <a:ext cx="4291258" cy="1600200"/>
          </a:xfrm>
        </p:spPr>
        <p:txBody>
          <a:bodyPr>
            <a:normAutofit fontScale="90000"/>
          </a:bodyPr>
          <a:lstStyle/>
          <a:p>
            <a:r>
              <a:rPr lang="en-IN" dirty="0">
                <a:latin typeface="Adobe Garamond Pro Bold" panose="02020702060506020403" pitchFamily="18" charset="0"/>
              </a:rPr>
              <a:t>5. Which product category contribute the most revenue?</a:t>
            </a:r>
            <a:br>
              <a:rPr lang="en-IN" dirty="0">
                <a:latin typeface="Adobe Garamond Pro Bold" panose="02020702060506020403" pitchFamily="18" charset="0"/>
              </a:rPr>
            </a:br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1C6FC5-CF0F-BC34-211B-24004402AC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-2450969" y="2057400"/>
            <a:ext cx="6938129" cy="3811588"/>
          </a:xfrm>
        </p:spPr>
        <p:txBody>
          <a:bodyPr>
            <a:normAutofit/>
          </a:bodyPr>
          <a:lstStyle/>
          <a:p>
            <a:pPr lvl="6"/>
            <a:r>
              <a:rPr lang="en-IN" sz="2800" b="1" dirty="0">
                <a:latin typeface="Adobe Caslon Pro" panose="0205050205050A020403" pitchFamily="18" charset="0"/>
              </a:rPr>
              <a:t>Insights:</a:t>
            </a:r>
          </a:p>
          <a:p>
            <a:pPr lvl="6"/>
            <a:endParaRPr lang="en-IN" sz="2400" dirty="0">
              <a:latin typeface="Adobe Caslon Pro" panose="0205050205050A020403" pitchFamily="18" charset="0"/>
            </a:endParaRPr>
          </a:p>
          <a:p>
            <a:pPr lvl="6"/>
            <a:r>
              <a:rPr lang="en-IN" sz="2400" dirty="0">
                <a:latin typeface="Adobe Caslon Pro" panose="0205050205050A020403" pitchFamily="18" charset="0"/>
              </a:rPr>
              <a:t>Top 10 products contribute on revenue is 63.54 % </a:t>
            </a:r>
          </a:p>
          <a:p>
            <a:pPr lvl="6"/>
            <a:r>
              <a:rPr lang="en-IN" sz="2400" dirty="0">
                <a:latin typeface="Adobe Caslon Pro" panose="0205050205050A020403" pitchFamily="18" charset="0"/>
              </a:rPr>
              <a:t>The remaining products contribute  36.46%,    meaning they are not utilized effectively or may not be as competitive. </a:t>
            </a:r>
          </a:p>
          <a:p>
            <a:pPr algn="just"/>
            <a:endParaRPr lang="en-IN" sz="2800" b="1" dirty="0">
              <a:latin typeface="Adobe Caslon Pro" panose="0205050205050A020403" pitchFamily="18" charset="0"/>
            </a:endParaRPr>
          </a:p>
          <a:p>
            <a:pPr algn="just"/>
            <a:endParaRPr lang="en-IN" sz="2800" dirty="0"/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C6238CB-605C-D35B-2003-38967A242D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7160" y="1257300"/>
            <a:ext cx="6795379" cy="4903881"/>
          </a:xfrm>
          <a:prstGeom prst="rect">
            <a:avLst/>
          </a:prstGeom>
          <a:effectLst>
            <a:glow rad="228600">
              <a:schemeClr val="accent3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/>
          </a:sp3d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DF10596-2589-3E62-4776-51D5569B66D1}"/>
              </a:ext>
            </a:extLst>
          </p:cNvPr>
          <p:cNvSpPr/>
          <p:nvPr/>
        </p:nvSpPr>
        <p:spPr>
          <a:xfrm>
            <a:off x="4572000" y="1376313"/>
            <a:ext cx="6551629" cy="254524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80063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7F9F17-FA3A-E20E-CCC5-DC1063F2A8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FE2A7-11C3-776C-358F-77E6427F4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13226"/>
          </a:xfrm>
        </p:spPr>
        <p:txBody>
          <a:bodyPr>
            <a:normAutofit/>
          </a:bodyPr>
          <a:lstStyle/>
          <a:p>
            <a:pPr algn="ctr"/>
            <a:r>
              <a:rPr lang="en-IN" sz="3600" dirty="0">
                <a:latin typeface="Algerian" panose="04020705040A02060702" pitchFamily="82" charset="0"/>
              </a:rPr>
              <a:t>recommendation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F4FE54-0EA7-92EA-5570-EDA00F860EA1}"/>
              </a:ext>
            </a:extLst>
          </p:cNvPr>
          <p:cNvSpPr txBox="1"/>
          <p:nvPr/>
        </p:nvSpPr>
        <p:spPr>
          <a:xfrm>
            <a:off x="1555422" y="1545995"/>
            <a:ext cx="8927184" cy="4585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IN" sz="2400" dirty="0">
                <a:latin typeface="Adobe Caslon Pro" panose="0205050205050A020403" pitchFamily="18" charset="0"/>
              </a:rPr>
              <a:t>Increase budget for top 10 products on marketing, inventory and lower budget for remaining product.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IN" sz="2400" dirty="0">
              <a:latin typeface="Adobe Caslon Pro" panose="0205050205050A020403" pitchFamily="18" charset="0"/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IN" sz="2400" dirty="0">
                <a:latin typeface="Adobe Caslon Pro" panose="0205050205050A020403" pitchFamily="18" charset="0"/>
              </a:rPr>
              <a:t>Evaluate pricing and run offers for less purchased products.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IN" sz="2400" dirty="0">
              <a:latin typeface="Adobe Caslon Pro" panose="0205050205050A020403" pitchFamily="18" charset="0"/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IN" sz="2400" dirty="0">
                <a:latin typeface="Adobe Caslon Pro" panose="0205050205050A020403" pitchFamily="18" charset="0"/>
              </a:rPr>
              <a:t>Increase marketing with customer loyalty campaigns to improve repeat purchase rate 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IN" sz="2400" dirty="0">
              <a:latin typeface="Adobe Caslon Pro" panose="0205050205050A020403" pitchFamily="18" charset="0"/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IN" sz="2400" dirty="0">
                <a:latin typeface="Adobe Caslon Pro" panose="0205050205050A020403" pitchFamily="18" charset="0"/>
              </a:rPr>
              <a:t>North and Central-West combined has less  impact on total revenue, investigate issue (logistics, competition) and create target campaigns to reduce the issue.</a:t>
            </a:r>
          </a:p>
          <a:p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5186557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CD0DBE-222D-1967-1EFB-D8E028CB79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74A86C-E736-89CD-DDDD-5501D08498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5626"/>
            <a:ext cx="10515600" cy="813226"/>
          </a:xfrm>
        </p:spPr>
        <p:txBody>
          <a:bodyPr>
            <a:normAutofit/>
          </a:bodyPr>
          <a:lstStyle/>
          <a:p>
            <a:pPr algn="ctr"/>
            <a:r>
              <a:rPr lang="en-IN" sz="3600" dirty="0">
                <a:latin typeface="Algerian" panose="04020705040A02060702" pitchFamily="82" charset="0"/>
              </a:rPr>
              <a:t>Business impact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725D48-8633-D661-E1CC-860A543690FB}"/>
              </a:ext>
            </a:extLst>
          </p:cNvPr>
          <p:cNvSpPr txBox="1"/>
          <p:nvPr/>
        </p:nvSpPr>
        <p:spPr>
          <a:xfrm>
            <a:off x="1898322" y="2521059"/>
            <a:ext cx="8207703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dirty="0">
                <a:latin typeface="Adobe Caslon Pro Bold" panose="0205070206050A020403" pitchFamily="18" charset="0"/>
              </a:rPr>
              <a:t>By implementing these recommendations, the company can achieve customer retention, mitigate risks, and enhance overall revenue.</a:t>
            </a:r>
          </a:p>
          <a:p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2361483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272BA4D-9559-FDB3-1916-A2FF7854CB93}"/>
              </a:ext>
            </a:extLst>
          </p:cNvPr>
          <p:cNvSpPr txBox="1"/>
          <p:nvPr/>
        </p:nvSpPr>
        <p:spPr>
          <a:xfrm>
            <a:off x="4800600" y="2895599"/>
            <a:ext cx="2371725" cy="523220"/>
          </a:xfrm>
          <a:prstGeom prst="rect">
            <a:avLst/>
          </a:prstGeom>
          <a:noFill/>
          <a:effectLst>
            <a:innerShdw blurRad="114300">
              <a:prstClr val="black"/>
            </a:innerShdw>
          </a:effectLst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Algerian" panose="04020705040A02060702" pitchFamily="82" charset="0"/>
              </a:rPr>
              <a:t>Thank you</a:t>
            </a:r>
            <a:endParaRPr lang="en-IN" sz="2800" dirty="0"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45872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498</TotalTime>
  <Words>407</Words>
  <Application>Microsoft Office PowerPoint</Application>
  <PresentationFormat>Widescreen</PresentationFormat>
  <Paragraphs>105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4" baseType="lpstr">
      <vt:lpstr>Adobe Caslon Pro</vt:lpstr>
      <vt:lpstr>Adobe Caslon Pro Bold</vt:lpstr>
      <vt:lpstr>Adobe Garamond Pro Bold</vt:lpstr>
      <vt:lpstr>Algerian</vt:lpstr>
      <vt:lpstr>Arial</vt:lpstr>
      <vt:lpstr>Calibri</vt:lpstr>
      <vt:lpstr>Calibri Light</vt:lpstr>
      <vt:lpstr>Wingdings</vt:lpstr>
      <vt:lpstr>Office Theme</vt:lpstr>
      <vt:lpstr>PowerPoint Presentation</vt:lpstr>
      <vt:lpstr>Methodology</vt:lpstr>
      <vt:lpstr>objective</vt:lpstr>
      <vt:lpstr>Business questions</vt:lpstr>
      <vt:lpstr>Dataset overview</vt:lpstr>
      <vt:lpstr>feature engineering</vt:lpstr>
      <vt:lpstr>KPI’s</vt:lpstr>
      <vt:lpstr>What is the  customer retention  rate? </vt:lpstr>
      <vt:lpstr>2.Does delivery delay impact customer retention?</vt:lpstr>
      <vt:lpstr>3.Identify top 10 states by customer count?</vt:lpstr>
      <vt:lpstr>4. Which region generates the highest revenue? </vt:lpstr>
      <vt:lpstr>5. Which product category contribute the most revenue? </vt:lpstr>
      <vt:lpstr>recommendation</vt:lpstr>
      <vt:lpstr>Business impact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NEHA TOPPO</dc:creator>
  <cp:lastModifiedBy>NEHA TOPPO</cp:lastModifiedBy>
  <cp:revision>1</cp:revision>
  <dcterms:created xsi:type="dcterms:W3CDTF">2026-05-11T10:01:31Z</dcterms:created>
  <dcterms:modified xsi:type="dcterms:W3CDTF">2026-05-12T08:50:31Z</dcterms:modified>
</cp:coreProperties>
</file>